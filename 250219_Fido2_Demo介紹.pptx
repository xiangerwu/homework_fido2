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9" r:id="rId8"/>
    <p:sldId id="268" r:id="rId9"/>
    <p:sldId id="272" r:id="rId10"/>
    <p:sldId id="273" r:id="rId11"/>
    <p:sldId id="271" r:id="rId12"/>
    <p:sldId id="275" r:id="rId13"/>
    <p:sldId id="274" r:id="rId14"/>
    <p:sldId id="270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F5B78-D1ED-485C-9080-14C61BB4315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5310F0-E403-4FDD-AA73-95FAF8418A66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/>
            <a:t>前端 </a:t>
          </a:r>
          <a:r>
            <a:rPr lang="en-US" b="0" i="0"/>
            <a:t>Html + JaveScript</a:t>
          </a:r>
          <a:endParaRPr lang="en-US"/>
        </a:p>
      </dgm:t>
    </dgm:pt>
    <dgm:pt modelId="{515C6BA8-1629-44EA-A84A-48BC03564D0E}" type="parTrans" cxnId="{BC5EEE7C-5792-40C9-849E-823821B73206}">
      <dgm:prSet/>
      <dgm:spPr/>
      <dgm:t>
        <a:bodyPr/>
        <a:lstStyle/>
        <a:p>
          <a:endParaRPr lang="en-US"/>
        </a:p>
      </dgm:t>
    </dgm:pt>
    <dgm:pt modelId="{763E55D3-EE16-4B73-A59B-A2EE71C9A782}" type="sibTrans" cxnId="{BC5EEE7C-5792-40C9-849E-823821B73206}">
      <dgm:prSet/>
      <dgm:spPr/>
      <dgm:t>
        <a:bodyPr/>
        <a:lstStyle/>
        <a:p>
          <a:endParaRPr lang="en-US"/>
        </a:p>
      </dgm:t>
    </dgm:pt>
    <dgm:pt modelId="{F25E1F8F-10E6-40DC-910C-90585C126D40}">
      <dgm:prSet/>
      <dgm:spPr/>
      <dgm:t>
        <a:bodyPr/>
        <a:lstStyle/>
        <a:p>
          <a:pPr>
            <a:lnSpc>
              <a:spcPct val="100000"/>
            </a:lnSpc>
          </a:pPr>
          <a:r>
            <a:rPr lang="zh-TW" b="0" i="0" dirty="0"/>
            <a:t>後端 </a:t>
          </a:r>
          <a:r>
            <a:rPr lang="en-US" b="0" i="0" dirty="0"/>
            <a:t>Python </a:t>
          </a:r>
          <a:r>
            <a:rPr lang="zh-TW" b="0" i="0" dirty="0"/>
            <a:t>套件 </a:t>
          </a:r>
          <a:r>
            <a:rPr lang="en-US" b="0" i="0" dirty="0"/>
            <a:t>Flask </a:t>
          </a:r>
          <a:r>
            <a:rPr lang="zh-TW" b="0" i="0" dirty="0"/>
            <a:t>、</a:t>
          </a:r>
          <a:r>
            <a:rPr lang="en-US" b="0" i="0" dirty="0" err="1"/>
            <a:t>webauthn</a:t>
          </a:r>
          <a:endParaRPr lang="en-US" dirty="0"/>
        </a:p>
      </dgm:t>
    </dgm:pt>
    <dgm:pt modelId="{3F574CB1-3C84-4EB0-990E-65D89335F080}" type="parTrans" cxnId="{06731B09-180C-49B8-9FDB-4E57DE70F2D1}">
      <dgm:prSet/>
      <dgm:spPr/>
      <dgm:t>
        <a:bodyPr/>
        <a:lstStyle/>
        <a:p>
          <a:endParaRPr lang="en-US"/>
        </a:p>
      </dgm:t>
    </dgm:pt>
    <dgm:pt modelId="{0095DE1C-5A80-4AE6-BA55-053283B46ECC}" type="sibTrans" cxnId="{06731B09-180C-49B8-9FDB-4E57DE70F2D1}">
      <dgm:prSet/>
      <dgm:spPr/>
      <dgm:t>
        <a:bodyPr/>
        <a:lstStyle/>
        <a:p>
          <a:endParaRPr lang="en-US"/>
        </a:p>
      </dgm:t>
    </dgm:pt>
    <dgm:pt modelId="{7C918551-78FC-44A4-B582-DC00CC15711B}" type="pres">
      <dgm:prSet presAssocID="{08FF5B78-D1ED-485C-9080-14C61BB4315C}" presName="root" presStyleCnt="0">
        <dgm:presLayoutVars>
          <dgm:dir/>
          <dgm:resizeHandles val="exact"/>
        </dgm:presLayoutVars>
      </dgm:prSet>
      <dgm:spPr/>
    </dgm:pt>
    <dgm:pt modelId="{8918C1B2-30DE-479B-9493-834C621F6065}" type="pres">
      <dgm:prSet presAssocID="{565310F0-E403-4FDD-AA73-95FAF8418A66}" presName="compNode" presStyleCnt="0"/>
      <dgm:spPr/>
    </dgm:pt>
    <dgm:pt modelId="{8186DFFC-F076-4383-852C-BF27195B5CF7}" type="pres">
      <dgm:prSet presAssocID="{565310F0-E403-4FDD-AA73-95FAF8418A66}" presName="bgRect" presStyleLbl="bgShp" presStyleIdx="0" presStyleCnt="2"/>
      <dgm:spPr/>
    </dgm:pt>
    <dgm:pt modelId="{5E175698-E01B-4985-9EEE-80AEA12FF318}" type="pres">
      <dgm:prSet presAssocID="{565310F0-E403-4FDD-AA73-95FAF8418A6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螢幕"/>
        </a:ext>
      </dgm:extLst>
    </dgm:pt>
    <dgm:pt modelId="{BF7016C2-A540-46E5-9610-30454255A5EF}" type="pres">
      <dgm:prSet presAssocID="{565310F0-E403-4FDD-AA73-95FAF8418A66}" presName="spaceRect" presStyleCnt="0"/>
      <dgm:spPr/>
    </dgm:pt>
    <dgm:pt modelId="{10D6DD42-CA59-44A0-B6AC-DD2691652808}" type="pres">
      <dgm:prSet presAssocID="{565310F0-E403-4FDD-AA73-95FAF8418A66}" presName="parTx" presStyleLbl="revTx" presStyleIdx="0" presStyleCnt="2">
        <dgm:presLayoutVars>
          <dgm:chMax val="0"/>
          <dgm:chPref val="0"/>
        </dgm:presLayoutVars>
      </dgm:prSet>
      <dgm:spPr/>
    </dgm:pt>
    <dgm:pt modelId="{0AE87B30-9D01-4FA9-8BA3-C940DC0B35C1}" type="pres">
      <dgm:prSet presAssocID="{763E55D3-EE16-4B73-A59B-A2EE71C9A782}" presName="sibTrans" presStyleCnt="0"/>
      <dgm:spPr/>
    </dgm:pt>
    <dgm:pt modelId="{26558387-7D0B-4A50-B469-1342B704B1BA}" type="pres">
      <dgm:prSet presAssocID="{F25E1F8F-10E6-40DC-910C-90585C126D40}" presName="compNode" presStyleCnt="0"/>
      <dgm:spPr/>
    </dgm:pt>
    <dgm:pt modelId="{E772C50C-CD8B-4D73-8FB1-F50C1BF7A65D}" type="pres">
      <dgm:prSet presAssocID="{F25E1F8F-10E6-40DC-910C-90585C126D40}" presName="bgRect" presStyleLbl="bgShp" presStyleIdx="1" presStyleCnt="2"/>
      <dgm:spPr/>
    </dgm:pt>
    <dgm:pt modelId="{61AF99DF-87EC-4823-98C7-D0F48D2A3324}" type="pres">
      <dgm:prSet presAssocID="{F25E1F8F-10E6-40DC-910C-90585C126D4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燒瓶"/>
        </a:ext>
      </dgm:extLst>
    </dgm:pt>
    <dgm:pt modelId="{16639DEF-1145-468F-9C65-6FA0E2B79B49}" type="pres">
      <dgm:prSet presAssocID="{F25E1F8F-10E6-40DC-910C-90585C126D40}" presName="spaceRect" presStyleCnt="0"/>
      <dgm:spPr/>
    </dgm:pt>
    <dgm:pt modelId="{CBA41E7C-18BB-45C4-9BE3-7230E5B99A1B}" type="pres">
      <dgm:prSet presAssocID="{F25E1F8F-10E6-40DC-910C-90585C126D4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FC39F308-8BEE-4555-B7C1-CF0DBEFA6064}" type="presOf" srcId="{565310F0-E403-4FDD-AA73-95FAF8418A66}" destId="{10D6DD42-CA59-44A0-B6AC-DD2691652808}" srcOrd="0" destOrd="0" presId="urn:microsoft.com/office/officeart/2018/2/layout/IconVerticalSolidList"/>
    <dgm:cxn modelId="{06731B09-180C-49B8-9FDB-4E57DE70F2D1}" srcId="{08FF5B78-D1ED-485C-9080-14C61BB4315C}" destId="{F25E1F8F-10E6-40DC-910C-90585C126D40}" srcOrd="1" destOrd="0" parTransId="{3F574CB1-3C84-4EB0-990E-65D89335F080}" sibTransId="{0095DE1C-5A80-4AE6-BA55-053283B46ECC}"/>
    <dgm:cxn modelId="{566FC56F-0E51-4D14-A0BB-006450806AA3}" type="presOf" srcId="{08FF5B78-D1ED-485C-9080-14C61BB4315C}" destId="{7C918551-78FC-44A4-B582-DC00CC15711B}" srcOrd="0" destOrd="0" presId="urn:microsoft.com/office/officeart/2018/2/layout/IconVerticalSolidList"/>
    <dgm:cxn modelId="{BC5EEE7C-5792-40C9-849E-823821B73206}" srcId="{08FF5B78-D1ED-485C-9080-14C61BB4315C}" destId="{565310F0-E403-4FDD-AA73-95FAF8418A66}" srcOrd="0" destOrd="0" parTransId="{515C6BA8-1629-44EA-A84A-48BC03564D0E}" sibTransId="{763E55D3-EE16-4B73-A59B-A2EE71C9A782}"/>
    <dgm:cxn modelId="{1E304EAF-F2CB-4293-AA7A-EAAD811E70D1}" type="presOf" srcId="{F25E1F8F-10E6-40DC-910C-90585C126D40}" destId="{CBA41E7C-18BB-45C4-9BE3-7230E5B99A1B}" srcOrd="0" destOrd="0" presId="urn:microsoft.com/office/officeart/2018/2/layout/IconVerticalSolidList"/>
    <dgm:cxn modelId="{5852D821-8AA1-4EA5-BC9B-42B7BE0BEC46}" type="presParOf" srcId="{7C918551-78FC-44A4-B582-DC00CC15711B}" destId="{8918C1B2-30DE-479B-9493-834C621F6065}" srcOrd="0" destOrd="0" presId="urn:microsoft.com/office/officeart/2018/2/layout/IconVerticalSolidList"/>
    <dgm:cxn modelId="{37B37311-1AA9-4BFF-B6C1-4E581E069834}" type="presParOf" srcId="{8918C1B2-30DE-479B-9493-834C621F6065}" destId="{8186DFFC-F076-4383-852C-BF27195B5CF7}" srcOrd="0" destOrd="0" presId="urn:microsoft.com/office/officeart/2018/2/layout/IconVerticalSolidList"/>
    <dgm:cxn modelId="{65BF53EF-73AC-44B1-87DB-0E84341768CB}" type="presParOf" srcId="{8918C1B2-30DE-479B-9493-834C621F6065}" destId="{5E175698-E01B-4985-9EEE-80AEA12FF318}" srcOrd="1" destOrd="0" presId="urn:microsoft.com/office/officeart/2018/2/layout/IconVerticalSolidList"/>
    <dgm:cxn modelId="{74FA71B6-3FD9-455B-A213-1890753C1154}" type="presParOf" srcId="{8918C1B2-30DE-479B-9493-834C621F6065}" destId="{BF7016C2-A540-46E5-9610-30454255A5EF}" srcOrd="2" destOrd="0" presId="urn:microsoft.com/office/officeart/2018/2/layout/IconVerticalSolidList"/>
    <dgm:cxn modelId="{0950AB3C-381E-4B9D-BFAA-3C72F004003C}" type="presParOf" srcId="{8918C1B2-30DE-479B-9493-834C621F6065}" destId="{10D6DD42-CA59-44A0-B6AC-DD2691652808}" srcOrd="3" destOrd="0" presId="urn:microsoft.com/office/officeart/2018/2/layout/IconVerticalSolidList"/>
    <dgm:cxn modelId="{B35BF227-F679-4787-AE11-54E7B8A70ECF}" type="presParOf" srcId="{7C918551-78FC-44A4-B582-DC00CC15711B}" destId="{0AE87B30-9D01-4FA9-8BA3-C940DC0B35C1}" srcOrd="1" destOrd="0" presId="urn:microsoft.com/office/officeart/2018/2/layout/IconVerticalSolidList"/>
    <dgm:cxn modelId="{3F4E159D-A43E-4A8A-8AFD-83EB8727F81C}" type="presParOf" srcId="{7C918551-78FC-44A4-B582-DC00CC15711B}" destId="{26558387-7D0B-4A50-B469-1342B704B1BA}" srcOrd="2" destOrd="0" presId="urn:microsoft.com/office/officeart/2018/2/layout/IconVerticalSolidList"/>
    <dgm:cxn modelId="{D2A2E018-2D5C-4F61-8242-B0960C8714E7}" type="presParOf" srcId="{26558387-7D0B-4A50-B469-1342B704B1BA}" destId="{E772C50C-CD8B-4D73-8FB1-F50C1BF7A65D}" srcOrd="0" destOrd="0" presId="urn:microsoft.com/office/officeart/2018/2/layout/IconVerticalSolidList"/>
    <dgm:cxn modelId="{510B4DBD-086D-491D-A521-283A70DF884D}" type="presParOf" srcId="{26558387-7D0B-4A50-B469-1342B704B1BA}" destId="{61AF99DF-87EC-4823-98C7-D0F48D2A3324}" srcOrd="1" destOrd="0" presId="urn:microsoft.com/office/officeart/2018/2/layout/IconVerticalSolidList"/>
    <dgm:cxn modelId="{1C72850E-4021-45DB-9E08-04A0654AE7AD}" type="presParOf" srcId="{26558387-7D0B-4A50-B469-1342B704B1BA}" destId="{16639DEF-1145-468F-9C65-6FA0E2B79B49}" srcOrd="2" destOrd="0" presId="urn:microsoft.com/office/officeart/2018/2/layout/IconVerticalSolidList"/>
    <dgm:cxn modelId="{62A1AF0E-6602-45FA-8F3C-E9D8F61FC30E}" type="presParOf" srcId="{26558387-7D0B-4A50-B469-1342B704B1BA}" destId="{CBA41E7C-18BB-45C4-9BE3-7230E5B99A1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86DFFC-F076-4383-852C-BF27195B5CF7}">
      <dsp:nvSpPr>
        <dsp:cNvPr id="0" name=""/>
        <dsp:cNvSpPr/>
      </dsp:nvSpPr>
      <dsp:spPr>
        <a:xfrm>
          <a:off x="0" y="585196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175698-E01B-4985-9EEE-80AEA12FF318}">
      <dsp:nvSpPr>
        <dsp:cNvPr id="0" name=""/>
        <dsp:cNvSpPr/>
      </dsp:nvSpPr>
      <dsp:spPr>
        <a:xfrm>
          <a:off x="326809" y="828278"/>
          <a:ext cx="594199" cy="5941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D6DD42-CA59-44A0-B6AC-DD2691652808}">
      <dsp:nvSpPr>
        <dsp:cNvPr id="0" name=""/>
        <dsp:cNvSpPr/>
      </dsp:nvSpPr>
      <dsp:spPr>
        <a:xfrm>
          <a:off x="1247819" y="585196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/>
            <a:t>前端 </a:t>
          </a:r>
          <a:r>
            <a:rPr lang="en-US" sz="2500" b="0" i="0" kern="1200"/>
            <a:t>Html + JaveScript</a:t>
          </a:r>
          <a:endParaRPr lang="en-US" sz="2500" kern="1200"/>
        </a:p>
      </dsp:txBody>
      <dsp:txXfrm>
        <a:off x="1247819" y="585196"/>
        <a:ext cx="6088015" cy="1080363"/>
      </dsp:txXfrm>
    </dsp:sp>
    <dsp:sp modelId="{E772C50C-CD8B-4D73-8FB1-F50C1BF7A65D}">
      <dsp:nvSpPr>
        <dsp:cNvPr id="0" name=""/>
        <dsp:cNvSpPr/>
      </dsp:nvSpPr>
      <dsp:spPr>
        <a:xfrm>
          <a:off x="0" y="1935651"/>
          <a:ext cx="7335835" cy="10803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AF99DF-87EC-4823-98C7-D0F48D2A3324}">
      <dsp:nvSpPr>
        <dsp:cNvPr id="0" name=""/>
        <dsp:cNvSpPr/>
      </dsp:nvSpPr>
      <dsp:spPr>
        <a:xfrm>
          <a:off x="326809" y="2178733"/>
          <a:ext cx="594199" cy="5941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A41E7C-18BB-45C4-9BE3-7230E5B99A1B}">
      <dsp:nvSpPr>
        <dsp:cNvPr id="0" name=""/>
        <dsp:cNvSpPr/>
      </dsp:nvSpPr>
      <dsp:spPr>
        <a:xfrm>
          <a:off x="1247819" y="1935651"/>
          <a:ext cx="6088015" cy="1080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38" tIns="114338" rIns="114338" bIns="11433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500" b="0" i="0" kern="1200" dirty="0"/>
            <a:t>後端 </a:t>
          </a:r>
          <a:r>
            <a:rPr lang="en-US" sz="2500" b="0" i="0" kern="1200" dirty="0"/>
            <a:t>Python </a:t>
          </a:r>
          <a:r>
            <a:rPr lang="zh-TW" sz="2500" b="0" i="0" kern="1200" dirty="0"/>
            <a:t>套件 </a:t>
          </a:r>
          <a:r>
            <a:rPr lang="en-US" sz="2500" b="0" i="0" kern="1200" dirty="0"/>
            <a:t>Flask </a:t>
          </a:r>
          <a:r>
            <a:rPr lang="zh-TW" sz="2500" b="0" i="0" kern="1200" dirty="0"/>
            <a:t>、</a:t>
          </a:r>
          <a:r>
            <a:rPr lang="en-US" sz="2500" b="0" i="0" kern="1200" dirty="0" err="1"/>
            <a:t>webauthn</a:t>
          </a:r>
          <a:endParaRPr lang="en-US" sz="2500" kern="1200" dirty="0"/>
        </a:p>
      </dsp:txBody>
      <dsp:txXfrm>
        <a:off x="1247819" y="1935651"/>
        <a:ext cx="6088015" cy="10803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156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7358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54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286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20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8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1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687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2439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693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2/21/2025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866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網路科技背景">
            <a:extLst>
              <a:ext uri="{FF2B5EF4-FFF2-40B4-BE49-F238E27FC236}">
                <a16:creationId xmlns:a16="http://schemas.microsoft.com/office/drawing/2014/main" id="{3A48F64C-C076-F65A-59A0-73EC957394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0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1"/>
            <a:ext cx="5267217" cy="6858000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749BBC7-6558-6486-6271-7D9FF1BDB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1" y="768334"/>
            <a:ext cx="4134538" cy="2866405"/>
          </a:xfrm>
        </p:spPr>
        <p:txBody>
          <a:bodyPr>
            <a:normAutofit/>
          </a:bodyPr>
          <a:lstStyle/>
          <a:p>
            <a: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Fido2_Demo </a:t>
            </a:r>
            <a:r>
              <a:rPr lang="zh-TW" altLang="en-US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  <a:t>架構介紹</a:t>
            </a:r>
            <a:br>
              <a:rPr lang="en-US" altLang="zh-TW" sz="5000" dirty="0">
                <a:latin typeface="Fira Code" pitchFamily="1" charset="0"/>
                <a:ea typeface="Fira Code" pitchFamily="1" charset="0"/>
                <a:cs typeface="Fira Code" pitchFamily="1" charset="0"/>
              </a:rPr>
            </a:br>
            <a:endParaRPr lang="zh-TW" altLang="en-US" sz="5000" dirty="0">
              <a:latin typeface="Fira Code" pitchFamily="1" charset="0"/>
              <a:cs typeface="Fira Code" pitchFamily="1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ADB4471-B266-35CD-CAC0-33A2DA445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1" y="4283239"/>
            <a:ext cx="4134538" cy="1475177"/>
          </a:xfrm>
        </p:spPr>
        <p:txBody>
          <a:bodyPr>
            <a:normAutofit/>
          </a:bodyPr>
          <a:lstStyle/>
          <a:p>
            <a:r>
              <a:rPr lang="en-US" altLang="zh-TW">
                <a:latin typeface="Fira Code" pitchFamily="1" charset="0"/>
                <a:ea typeface="Fira Code" pitchFamily="1" charset="0"/>
                <a:cs typeface="Fira Code" pitchFamily="1" charset="0"/>
              </a:rPr>
              <a:t>M11417001 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  <a:cs typeface="Fira Code" pitchFamily="1" charset="0"/>
              </a:rPr>
              <a:t>吳宗憲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79BB7-CCAB-2243-9830-5569626C4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8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25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94064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DD207D-46E0-F6F6-740A-F1D279CB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Fira Code" pitchFamily="1" charset="0"/>
                <a:ea typeface="Fira Code" pitchFamily="1" charset="0"/>
                <a:cs typeface="Fira Code" pitchFamily="1" charset="0"/>
              </a:rPr>
              <a:t>Demo </a:t>
            </a:r>
            <a:r>
              <a:rPr lang="zh-TW" altLang="en-US" dirty="0">
                <a:latin typeface="Fira Code" pitchFamily="1" charset="0"/>
                <a:cs typeface="Fira Code" pitchFamily="1" charset="0"/>
              </a:rPr>
              <a:t>架構簡述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9E27B6A2-1180-1FC8-44FB-1B3EB6DCBF0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150" y="2160016"/>
          <a:ext cx="7335835" cy="3601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E0E4B76C-FDEF-557C-83B9-BF1917CD781E}"/>
              </a:ext>
            </a:extLst>
          </p:cNvPr>
          <p:cNvSpPr txBox="1"/>
          <p:nvPr/>
        </p:nvSpPr>
        <p:spPr>
          <a:xfrm>
            <a:off x="2876139" y="4841966"/>
            <a:ext cx="5024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※</a:t>
            </a:r>
            <a:r>
              <a:rPr lang="zh-TW" altLang="en-US" dirty="0">
                <a:solidFill>
                  <a:srgbClr val="FF0000"/>
                </a:solidFill>
              </a:rPr>
              <a:t>尚未串接資料庫，使用者資料僅存在後端</a:t>
            </a:r>
          </a:p>
        </p:txBody>
      </p:sp>
    </p:spTree>
    <p:extLst>
      <p:ext uri="{BB962C8B-B14F-4D97-AF65-F5344CB8AC3E}">
        <p14:creationId xmlns:p14="http://schemas.microsoft.com/office/powerpoint/2010/main" val="63316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</p:spTree>
    <p:extLst>
      <p:ext uri="{BB962C8B-B14F-4D97-AF65-F5344CB8AC3E}">
        <p14:creationId xmlns:p14="http://schemas.microsoft.com/office/powerpoint/2010/main" val="346810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259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</p:spTree>
    <p:extLst>
      <p:ext uri="{BB962C8B-B14F-4D97-AF65-F5344CB8AC3E}">
        <p14:creationId xmlns:p14="http://schemas.microsoft.com/office/powerpoint/2010/main" val="3899208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3CE99263-D9D7-F5F2-36D8-346EA8EA1A39}"/>
              </a:ext>
            </a:extLst>
          </p:cNvPr>
          <p:cNvSpPr txBox="1">
            <a:spLocks/>
          </p:cNvSpPr>
          <p:nvPr/>
        </p:nvSpPr>
        <p:spPr>
          <a:xfrm>
            <a:off x="565150" y="770890"/>
            <a:ext cx="10240521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/>
              <a:t>網頁驗證流程 </a:t>
            </a:r>
            <a:r>
              <a:rPr lang="en-US" altLang="zh-TW" dirty="0"/>
              <a:t>– </a:t>
            </a:r>
            <a:r>
              <a:rPr lang="zh-TW" altLang="en-US" dirty="0"/>
              <a:t>註冊 </a:t>
            </a:r>
            <a:r>
              <a:rPr lang="en-US" altLang="zh-TW" b="0" dirty="0">
                <a:solidFill>
                  <a:srgbClr val="CE9178"/>
                </a:solidFill>
                <a:latin typeface="Fira code" pitchFamily="1" charset="0"/>
              </a:rPr>
              <a:t>/register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3431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/store-credential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</p:spTree>
    <p:extLst>
      <p:ext uri="{BB962C8B-B14F-4D97-AF65-F5344CB8AC3E}">
        <p14:creationId xmlns:p14="http://schemas.microsoft.com/office/powerpoint/2010/main" val="2063174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註冊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/store-credential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7563898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280189" y="1994748"/>
            <a:ext cx="2951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2831811" cy="6866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106230" y="2582072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266829" y="3658031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store-credential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020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7903910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判斷新舊使用者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7903910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儲存使用者資料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796A8D07-C798-A8B7-E554-3E9AC5F66A18}"/>
              </a:ext>
            </a:extLst>
          </p:cNvPr>
          <p:cNvCxnSpPr>
            <a:cxnSpLocks/>
          </p:cNvCxnSpPr>
          <p:nvPr/>
        </p:nvCxnSpPr>
        <p:spPr>
          <a:xfrm flipH="1">
            <a:off x="4400262" y="4623019"/>
            <a:ext cx="275792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9618B4C5-DB2D-D4AE-3625-4C76ABB0342D}"/>
              </a:ext>
            </a:extLst>
          </p:cNvPr>
          <p:cNvSpPr txBox="1"/>
          <p:nvPr/>
        </p:nvSpPr>
        <p:spPr>
          <a:xfrm>
            <a:off x="5103800" y="4200904"/>
            <a:ext cx="1140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成功註冊</a:t>
            </a:r>
          </a:p>
        </p:txBody>
      </p:sp>
    </p:spTree>
    <p:extLst>
      <p:ext uri="{BB962C8B-B14F-4D97-AF65-F5344CB8AC3E}">
        <p14:creationId xmlns:p14="http://schemas.microsoft.com/office/powerpoint/2010/main" val="1611436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88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149440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/verify-register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3669685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</p:spTree>
    <p:extLst>
      <p:ext uri="{BB962C8B-B14F-4D97-AF65-F5344CB8AC3E}">
        <p14:creationId xmlns:p14="http://schemas.microsoft.com/office/powerpoint/2010/main" val="2574165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8622176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驗證使用者資料</a:t>
            </a:r>
          </a:p>
        </p:txBody>
      </p:sp>
    </p:spTree>
    <p:extLst>
      <p:ext uri="{BB962C8B-B14F-4D97-AF65-F5344CB8AC3E}">
        <p14:creationId xmlns:p14="http://schemas.microsoft.com/office/powerpoint/2010/main" val="3944798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93D216-982B-81FF-80B8-E8D993811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10240521" cy="1268984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網頁驗證流程 </a:t>
            </a:r>
            <a:r>
              <a:rPr lang="en-US" altLang="zh-TW" dirty="0"/>
              <a:t>–</a:t>
            </a:r>
            <a:r>
              <a:rPr lang="zh-TW" altLang="en-US" dirty="0"/>
              <a:t> 登入</a:t>
            </a:r>
            <a:r>
              <a:rPr lang="en-US" altLang="zh-TW" b="0" dirty="0">
                <a:solidFill>
                  <a:srgbClr val="CE9178"/>
                </a:solidFill>
                <a:effectLst/>
                <a:latin typeface="Fira code" pitchFamily="1" charset="0"/>
              </a:rPr>
              <a:t>/verify-credential</a:t>
            </a:r>
            <a:endParaRPr lang="zh-TW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4207E8-3458-1C88-03EB-F43ABC311208}"/>
              </a:ext>
            </a:extLst>
          </p:cNvPr>
          <p:cNvSpPr/>
          <p:nvPr/>
        </p:nvSpPr>
        <p:spPr>
          <a:xfrm>
            <a:off x="1596655" y="3045709"/>
            <a:ext cx="340011" cy="11911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瀏覽器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227CAC6-BD1F-CFBF-C549-82BC31837819}"/>
              </a:ext>
            </a:extLst>
          </p:cNvPr>
          <p:cNvSpPr/>
          <p:nvPr/>
        </p:nvSpPr>
        <p:spPr>
          <a:xfrm>
            <a:off x="3766219" y="1965350"/>
            <a:ext cx="340011" cy="2701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前端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F1438-E8A1-25D1-F4BA-0D6DAF74CEF9}"/>
              </a:ext>
            </a:extLst>
          </p:cNvPr>
          <p:cNvSpPr/>
          <p:nvPr/>
        </p:nvSpPr>
        <p:spPr>
          <a:xfrm>
            <a:off x="8282164" y="1965350"/>
            <a:ext cx="340012" cy="2701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後端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97F46BA-70CA-0F4A-EBD9-D4EFDB962C04}"/>
              </a:ext>
            </a:extLst>
          </p:cNvPr>
          <p:cNvCxnSpPr>
            <a:cxnSpLocks/>
          </p:cNvCxnSpPr>
          <p:nvPr/>
        </p:nvCxnSpPr>
        <p:spPr>
          <a:xfrm>
            <a:off x="2342382" y="2409206"/>
            <a:ext cx="1323347" cy="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0ED5A8E-1E7B-7555-6B38-81FB669E4B71}"/>
              </a:ext>
            </a:extLst>
          </p:cNvPr>
          <p:cNvSpPr txBox="1"/>
          <p:nvPr/>
        </p:nvSpPr>
        <p:spPr>
          <a:xfrm>
            <a:off x="2317001" y="2039874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username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3A6B441E-E8D4-E360-E3FF-70D2E5F6844D}"/>
              </a:ext>
            </a:extLst>
          </p:cNvPr>
          <p:cNvSpPr/>
          <p:nvPr/>
        </p:nvSpPr>
        <p:spPr>
          <a:xfrm>
            <a:off x="1386329" y="1972216"/>
            <a:ext cx="748146" cy="8877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使用者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3936D2B-CFEE-9B24-59B8-90E7BDCD3D85}"/>
              </a:ext>
            </a:extLst>
          </p:cNvPr>
          <p:cNvSpPr txBox="1"/>
          <p:nvPr/>
        </p:nvSpPr>
        <p:spPr>
          <a:xfrm>
            <a:off x="4413389" y="2054403"/>
            <a:ext cx="3914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/verify-register </a:t>
            </a:r>
            <a:r>
              <a:rPr lang="en-US" altLang="zh-TW" dirty="0"/>
              <a:t>{username}</a:t>
            </a:r>
            <a:endParaRPr lang="zh-TW" altLang="en-US" dirty="0"/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9EB607A-316C-F61E-CE68-8EABCEE17DE7}"/>
              </a:ext>
            </a:extLst>
          </p:cNvPr>
          <p:cNvCxnSpPr>
            <a:cxnSpLocks/>
          </p:cNvCxnSpPr>
          <p:nvPr/>
        </p:nvCxnSpPr>
        <p:spPr>
          <a:xfrm>
            <a:off x="4326371" y="2409207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D2A2F7C8-4C2F-2CDC-3154-00F8F9971D2A}"/>
              </a:ext>
            </a:extLst>
          </p:cNvPr>
          <p:cNvCxnSpPr>
            <a:cxnSpLocks/>
          </p:cNvCxnSpPr>
          <p:nvPr/>
        </p:nvCxnSpPr>
        <p:spPr>
          <a:xfrm flipH="1">
            <a:off x="4326371" y="3045709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A5C21DC1-6848-1443-F317-51816D1424CF}"/>
              </a:ext>
            </a:extLst>
          </p:cNvPr>
          <p:cNvSpPr txBox="1"/>
          <p:nvPr/>
        </p:nvSpPr>
        <p:spPr>
          <a:xfrm>
            <a:off x="4399044" y="2669511"/>
            <a:ext cx="354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Return {challenge &amp; </a:t>
            </a:r>
            <a:r>
              <a:rPr lang="en-US" altLang="zh-TW" dirty="0" err="1"/>
              <a:t>WebAuthn</a:t>
            </a:r>
            <a:r>
              <a:rPr lang="en-US" altLang="zh-TW" dirty="0"/>
              <a:t>}</a:t>
            </a:r>
            <a:endParaRPr lang="zh-TW" altLang="en-US" dirty="0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4ECEE5A6-694F-B9B1-2CD2-E50A2E7599E5}"/>
              </a:ext>
            </a:extLst>
          </p:cNvPr>
          <p:cNvCxnSpPr>
            <a:cxnSpLocks/>
          </p:cNvCxnSpPr>
          <p:nvPr/>
        </p:nvCxnSpPr>
        <p:spPr>
          <a:xfrm flipH="1">
            <a:off x="2023780" y="3316162"/>
            <a:ext cx="1641949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B09AD9AF-448E-0BAB-155A-077AB324EBFE}"/>
              </a:ext>
            </a:extLst>
          </p:cNvPr>
          <p:cNvSpPr txBox="1"/>
          <p:nvPr/>
        </p:nvSpPr>
        <p:spPr>
          <a:xfrm>
            <a:off x="2261114" y="2913510"/>
            <a:ext cx="1284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調用 </a:t>
            </a:r>
            <a:r>
              <a:rPr lang="en-US" altLang="zh-TW" dirty="0"/>
              <a:t>API</a:t>
            </a:r>
            <a:endParaRPr lang="zh-TW" altLang="en-US" dirty="0"/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E6B85DB3-E92E-B067-1FB0-735E6A92018D}"/>
              </a:ext>
            </a:extLst>
          </p:cNvPr>
          <p:cNvCxnSpPr>
            <a:cxnSpLocks/>
          </p:cNvCxnSpPr>
          <p:nvPr/>
        </p:nvCxnSpPr>
        <p:spPr>
          <a:xfrm>
            <a:off x="2046737" y="3787147"/>
            <a:ext cx="16588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D9EB68C-8871-4A17-8133-9B6914273DBF}"/>
              </a:ext>
            </a:extLst>
          </p:cNvPr>
          <p:cNvSpPr txBox="1"/>
          <p:nvPr/>
        </p:nvSpPr>
        <p:spPr>
          <a:xfrm>
            <a:off x="2078182" y="3462056"/>
            <a:ext cx="1732044" cy="325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50"/>
              </a:lnSpc>
            </a:pPr>
            <a:r>
              <a:rPr lang="en-US" altLang="zh-TW" b="0" dirty="0">
                <a:solidFill>
                  <a:srgbClr val="4FC1FF"/>
                </a:solidFill>
                <a:effectLst/>
                <a:latin typeface="Fira code" pitchFamily="1" charset="0"/>
              </a:rPr>
              <a:t>credential</a:t>
            </a:r>
            <a:endParaRPr lang="en-US" altLang="zh-TW" b="0" dirty="0">
              <a:solidFill>
                <a:srgbClr val="CCCCCC"/>
              </a:solidFill>
              <a:effectLst/>
              <a:latin typeface="Fira code" pitchFamily="1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61815D-E619-7F1A-9F0E-5F4DC18968B2}"/>
              </a:ext>
            </a:extLst>
          </p:cNvPr>
          <p:cNvSpPr txBox="1"/>
          <p:nvPr/>
        </p:nvSpPr>
        <p:spPr>
          <a:xfrm>
            <a:off x="4413389" y="3641270"/>
            <a:ext cx="3637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Post </a:t>
            </a:r>
            <a:r>
              <a:rPr lang="en-US" altLang="zh-TW" dirty="0">
                <a:solidFill>
                  <a:srgbClr val="FF0000"/>
                </a:solidFill>
              </a:rPr>
              <a:t>/</a:t>
            </a:r>
            <a:r>
              <a:rPr lang="en-US" altLang="zh-TW" b="0" dirty="0">
                <a:solidFill>
                  <a:srgbClr val="FF0000"/>
                </a:solidFill>
                <a:effectLst/>
                <a:latin typeface="Fira code" pitchFamily="1" charset="0"/>
              </a:rPr>
              <a:t>verify-credential</a:t>
            </a:r>
          </a:p>
          <a:p>
            <a:endParaRPr lang="zh-TW" altLang="en-US" dirty="0"/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937A7F5-FF55-15A8-0DBA-31B47E3903E2}"/>
              </a:ext>
            </a:extLst>
          </p:cNvPr>
          <p:cNvCxnSpPr>
            <a:cxnSpLocks/>
          </p:cNvCxnSpPr>
          <p:nvPr/>
        </p:nvCxnSpPr>
        <p:spPr>
          <a:xfrm>
            <a:off x="4326371" y="4021800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5E5DEEA-DC72-25AE-6F35-14531CF21846}"/>
              </a:ext>
            </a:extLst>
          </p:cNvPr>
          <p:cNvSpPr/>
          <p:nvPr/>
        </p:nvSpPr>
        <p:spPr>
          <a:xfrm>
            <a:off x="8622176" y="2416073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判斷有無使用者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6281194-CFF6-4CF1-9EA9-53A48BC98850}"/>
              </a:ext>
            </a:extLst>
          </p:cNvPr>
          <p:cNvSpPr/>
          <p:nvPr/>
        </p:nvSpPr>
        <p:spPr>
          <a:xfrm>
            <a:off x="8622176" y="4021800"/>
            <a:ext cx="2145254" cy="629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驗證使用者資料</a:t>
            </a: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477A160-9BA4-0E72-435E-6F2C80797220}"/>
              </a:ext>
            </a:extLst>
          </p:cNvPr>
          <p:cNvCxnSpPr>
            <a:cxnSpLocks/>
          </p:cNvCxnSpPr>
          <p:nvPr/>
        </p:nvCxnSpPr>
        <p:spPr>
          <a:xfrm flipH="1">
            <a:off x="4326371" y="4651436"/>
            <a:ext cx="375940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1216BEAE-054C-2A12-3523-1BA312D60E63}"/>
              </a:ext>
            </a:extLst>
          </p:cNvPr>
          <p:cNvSpPr txBox="1"/>
          <p:nvPr/>
        </p:nvSpPr>
        <p:spPr>
          <a:xfrm>
            <a:off x="5574720" y="4282104"/>
            <a:ext cx="112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成功登入</a:t>
            </a:r>
          </a:p>
        </p:txBody>
      </p:sp>
    </p:spTree>
    <p:extLst>
      <p:ext uri="{BB962C8B-B14F-4D97-AF65-F5344CB8AC3E}">
        <p14:creationId xmlns:p14="http://schemas.microsoft.com/office/powerpoint/2010/main" val="2842093696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404</Words>
  <Application>Microsoft Office PowerPoint</Application>
  <PresentationFormat>寬螢幕</PresentationFormat>
  <Paragraphs>126</Paragraphs>
  <Slides>14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Avenir Next</vt:lpstr>
      <vt:lpstr>標楷體</vt:lpstr>
      <vt:lpstr>Arial</vt:lpstr>
      <vt:lpstr>Fira code</vt:lpstr>
      <vt:lpstr>Fira code</vt:lpstr>
      <vt:lpstr>Neue Haas Grotesk Text Pro</vt:lpstr>
      <vt:lpstr>PunchcardVTI</vt:lpstr>
      <vt:lpstr>Fido2_Demo 架構介紹 </vt:lpstr>
      <vt:lpstr>Demo 架構簡述</vt:lpstr>
      <vt:lpstr>網頁驗證流程 – 註冊 /register</vt:lpstr>
      <vt:lpstr>網頁驗證流程 – 註冊 /register</vt:lpstr>
      <vt:lpstr>網頁驗證流程 – 註冊 /register</vt:lpstr>
      <vt:lpstr>PowerPoint 簡報</vt:lpstr>
      <vt:lpstr>網頁驗證流程 – 註冊/store-credential</vt:lpstr>
      <vt:lpstr>網頁驗證流程 – 註冊/store-credential</vt:lpstr>
      <vt:lpstr>網頁驗證流程 – 登入/verify-register</vt:lpstr>
      <vt:lpstr>網頁驗證流程 – 登入/verify-register</vt:lpstr>
      <vt:lpstr>網頁驗證流程 – 登入/verify-register</vt:lpstr>
      <vt:lpstr>網頁驗證流程 – 登入/verify-credential</vt:lpstr>
      <vt:lpstr>網頁驗證流程 – 登入/verify-credential</vt:lpstr>
      <vt:lpstr>網頁驗證流程 – 登入/verify-credential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吳宗憲</dc:creator>
  <cp:lastModifiedBy>吳宗憲</cp:lastModifiedBy>
  <cp:revision>7</cp:revision>
  <dcterms:created xsi:type="dcterms:W3CDTF">2025-02-17T17:51:12Z</dcterms:created>
  <dcterms:modified xsi:type="dcterms:W3CDTF">2025-02-21T09:35:16Z</dcterms:modified>
</cp:coreProperties>
</file>