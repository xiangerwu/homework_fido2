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4" r:id="rId1"/>
  </p:sldMasterIdLst>
  <p:notesMasterIdLst>
    <p:notesMasterId r:id="rId10"/>
  </p:notesMasterIdLst>
  <p:sldIdLst>
    <p:sldId id="256" r:id="rId2"/>
    <p:sldId id="257" r:id="rId3"/>
    <p:sldId id="266" r:id="rId4"/>
    <p:sldId id="272" r:id="rId5"/>
    <p:sldId id="268" r:id="rId6"/>
    <p:sldId id="273" r:id="rId7"/>
    <p:sldId id="271" r:id="rId8"/>
    <p:sldId id="270" r:id="rId9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47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4" Type="http://schemas.openxmlformats.org/officeDocument/2006/relationships/image" Target="../media/image5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4" Type="http://schemas.openxmlformats.org/officeDocument/2006/relationships/image" Target="../media/image5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8FF5B78-D1ED-485C-9080-14C61BB4315C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565310F0-E403-4FDD-AA73-95FAF8418A66}">
      <dgm:prSet/>
      <dgm:spPr/>
      <dgm:t>
        <a:bodyPr/>
        <a:lstStyle/>
        <a:p>
          <a:pPr>
            <a:lnSpc>
              <a:spcPct val="100000"/>
            </a:lnSpc>
          </a:pPr>
          <a:r>
            <a:rPr lang="zh-TW" b="0" i="0"/>
            <a:t>前端 </a:t>
          </a:r>
          <a:r>
            <a:rPr lang="en-US" b="0" i="0"/>
            <a:t>Html + JaveScript</a:t>
          </a:r>
          <a:endParaRPr lang="en-US"/>
        </a:p>
      </dgm:t>
    </dgm:pt>
    <dgm:pt modelId="{515C6BA8-1629-44EA-A84A-48BC03564D0E}" type="parTrans" cxnId="{BC5EEE7C-5792-40C9-849E-823821B73206}">
      <dgm:prSet/>
      <dgm:spPr/>
      <dgm:t>
        <a:bodyPr/>
        <a:lstStyle/>
        <a:p>
          <a:endParaRPr lang="en-US"/>
        </a:p>
      </dgm:t>
    </dgm:pt>
    <dgm:pt modelId="{763E55D3-EE16-4B73-A59B-A2EE71C9A782}" type="sibTrans" cxnId="{BC5EEE7C-5792-40C9-849E-823821B73206}">
      <dgm:prSet/>
      <dgm:spPr/>
      <dgm:t>
        <a:bodyPr/>
        <a:lstStyle/>
        <a:p>
          <a:endParaRPr lang="en-US"/>
        </a:p>
      </dgm:t>
    </dgm:pt>
    <dgm:pt modelId="{F25E1F8F-10E6-40DC-910C-90585C126D40}">
      <dgm:prSet/>
      <dgm:spPr/>
      <dgm:t>
        <a:bodyPr/>
        <a:lstStyle/>
        <a:p>
          <a:pPr>
            <a:lnSpc>
              <a:spcPct val="100000"/>
            </a:lnSpc>
          </a:pPr>
          <a:r>
            <a:rPr lang="zh-TW" b="0" i="0" dirty="0"/>
            <a:t>後端 </a:t>
          </a:r>
          <a:r>
            <a:rPr lang="en-US" b="0" i="0" dirty="0"/>
            <a:t>Python </a:t>
          </a:r>
          <a:r>
            <a:rPr lang="zh-TW" b="0" i="0" dirty="0"/>
            <a:t>套件 </a:t>
          </a:r>
          <a:r>
            <a:rPr lang="en-US" b="0" i="0" dirty="0"/>
            <a:t>Flask </a:t>
          </a:r>
          <a:r>
            <a:rPr lang="zh-TW" b="0" i="0" dirty="0"/>
            <a:t>、</a:t>
          </a:r>
          <a:r>
            <a:rPr lang="en-US" b="0" i="0" dirty="0"/>
            <a:t>fido2</a:t>
          </a:r>
          <a:endParaRPr lang="en-US" dirty="0"/>
        </a:p>
      </dgm:t>
    </dgm:pt>
    <dgm:pt modelId="{3F574CB1-3C84-4EB0-990E-65D89335F080}" type="parTrans" cxnId="{06731B09-180C-49B8-9FDB-4E57DE70F2D1}">
      <dgm:prSet/>
      <dgm:spPr/>
      <dgm:t>
        <a:bodyPr/>
        <a:lstStyle/>
        <a:p>
          <a:endParaRPr lang="en-US"/>
        </a:p>
      </dgm:t>
    </dgm:pt>
    <dgm:pt modelId="{0095DE1C-5A80-4AE6-BA55-053283B46ECC}" type="sibTrans" cxnId="{06731B09-180C-49B8-9FDB-4E57DE70F2D1}">
      <dgm:prSet/>
      <dgm:spPr/>
      <dgm:t>
        <a:bodyPr/>
        <a:lstStyle/>
        <a:p>
          <a:endParaRPr lang="en-US"/>
        </a:p>
      </dgm:t>
    </dgm:pt>
    <dgm:pt modelId="{7C918551-78FC-44A4-B582-DC00CC15711B}" type="pres">
      <dgm:prSet presAssocID="{08FF5B78-D1ED-485C-9080-14C61BB4315C}" presName="root" presStyleCnt="0">
        <dgm:presLayoutVars>
          <dgm:dir/>
          <dgm:resizeHandles val="exact"/>
        </dgm:presLayoutVars>
      </dgm:prSet>
      <dgm:spPr/>
    </dgm:pt>
    <dgm:pt modelId="{8918C1B2-30DE-479B-9493-834C621F6065}" type="pres">
      <dgm:prSet presAssocID="{565310F0-E403-4FDD-AA73-95FAF8418A66}" presName="compNode" presStyleCnt="0"/>
      <dgm:spPr/>
    </dgm:pt>
    <dgm:pt modelId="{8186DFFC-F076-4383-852C-BF27195B5CF7}" type="pres">
      <dgm:prSet presAssocID="{565310F0-E403-4FDD-AA73-95FAF8418A66}" presName="bgRect" presStyleLbl="bgShp" presStyleIdx="0" presStyleCnt="2"/>
      <dgm:spPr/>
    </dgm:pt>
    <dgm:pt modelId="{5E175698-E01B-4985-9EEE-80AEA12FF318}" type="pres">
      <dgm:prSet presAssocID="{565310F0-E403-4FDD-AA73-95FAF8418A66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螢幕"/>
        </a:ext>
      </dgm:extLst>
    </dgm:pt>
    <dgm:pt modelId="{BF7016C2-A540-46E5-9610-30454255A5EF}" type="pres">
      <dgm:prSet presAssocID="{565310F0-E403-4FDD-AA73-95FAF8418A66}" presName="spaceRect" presStyleCnt="0"/>
      <dgm:spPr/>
    </dgm:pt>
    <dgm:pt modelId="{10D6DD42-CA59-44A0-B6AC-DD2691652808}" type="pres">
      <dgm:prSet presAssocID="{565310F0-E403-4FDD-AA73-95FAF8418A66}" presName="parTx" presStyleLbl="revTx" presStyleIdx="0" presStyleCnt="2">
        <dgm:presLayoutVars>
          <dgm:chMax val="0"/>
          <dgm:chPref val="0"/>
        </dgm:presLayoutVars>
      </dgm:prSet>
      <dgm:spPr/>
    </dgm:pt>
    <dgm:pt modelId="{0AE87B30-9D01-4FA9-8BA3-C940DC0B35C1}" type="pres">
      <dgm:prSet presAssocID="{763E55D3-EE16-4B73-A59B-A2EE71C9A782}" presName="sibTrans" presStyleCnt="0"/>
      <dgm:spPr/>
    </dgm:pt>
    <dgm:pt modelId="{26558387-7D0B-4A50-B469-1342B704B1BA}" type="pres">
      <dgm:prSet presAssocID="{F25E1F8F-10E6-40DC-910C-90585C126D40}" presName="compNode" presStyleCnt="0"/>
      <dgm:spPr/>
    </dgm:pt>
    <dgm:pt modelId="{E772C50C-CD8B-4D73-8FB1-F50C1BF7A65D}" type="pres">
      <dgm:prSet presAssocID="{F25E1F8F-10E6-40DC-910C-90585C126D40}" presName="bgRect" presStyleLbl="bgShp" presStyleIdx="1" presStyleCnt="2"/>
      <dgm:spPr/>
    </dgm:pt>
    <dgm:pt modelId="{61AF99DF-87EC-4823-98C7-D0F48D2A3324}" type="pres">
      <dgm:prSet presAssocID="{F25E1F8F-10E6-40DC-910C-90585C126D40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燒瓶"/>
        </a:ext>
      </dgm:extLst>
    </dgm:pt>
    <dgm:pt modelId="{16639DEF-1145-468F-9C65-6FA0E2B79B49}" type="pres">
      <dgm:prSet presAssocID="{F25E1F8F-10E6-40DC-910C-90585C126D40}" presName="spaceRect" presStyleCnt="0"/>
      <dgm:spPr/>
    </dgm:pt>
    <dgm:pt modelId="{CBA41E7C-18BB-45C4-9BE3-7230E5B99A1B}" type="pres">
      <dgm:prSet presAssocID="{F25E1F8F-10E6-40DC-910C-90585C126D40}" presName="parTx" presStyleLbl="revTx" presStyleIdx="1" presStyleCnt="2">
        <dgm:presLayoutVars>
          <dgm:chMax val="0"/>
          <dgm:chPref val="0"/>
        </dgm:presLayoutVars>
      </dgm:prSet>
      <dgm:spPr/>
    </dgm:pt>
  </dgm:ptLst>
  <dgm:cxnLst>
    <dgm:cxn modelId="{FC39F308-8BEE-4555-B7C1-CF0DBEFA6064}" type="presOf" srcId="{565310F0-E403-4FDD-AA73-95FAF8418A66}" destId="{10D6DD42-CA59-44A0-B6AC-DD2691652808}" srcOrd="0" destOrd="0" presId="urn:microsoft.com/office/officeart/2018/2/layout/IconVerticalSolidList"/>
    <dgm:cxn modelId="{06731B09-180C-49B8-9FDB-4E57DE70F2D1}" srcId="{08FF5B78-D1ED-485C-9080-14C61BB4315C}" destId="{F25E1F8F-10E6-40DC-910C-90585C126D40}" srcOrd="1" destOrd="0" parTransId="{3F574CB1-3C84-4EB0-990E-65D89335F080}" sibTransId="{0095DE1C-5A80-4AE6-BA55-053283B46ECC}"/>
    <dgm:cxn modelId="{566FC56F-0E51-4D14-A0BB-006450806AA3}" type="presOf" srcId="{08FF5B78-D1ED-485C-9080-14C61BB4315C}" destId="{7C918551-78FC-44A4-B582-DC00CC15711B}" srcOrd="0" destOrd="0" presId="urn:microsoft.com/office/officeart/2018/2/layout/IconVerticalSolidList"/>
    <dgm:cxn modelId="{BC5EEE7C-5792-40C9-849E-823821B73206}" srcId="{08FF5B78-D1ED-485C-9080-14C61BB4315C}" destId="{565310F0-E403-4FDD-AA73-95FAF8418A66}" srcOrd="0" destOrd="0" parTransId="{515C6BA8-1629-44EA-A84A-48BC03564D0E}" sibTransId="{763E55D3-EE16-4B73-A59B-A2EE71C9A782}"/>
    <dgm:cxn modelId="{1E304EAF-F2CB-4293-AA7A-EAAD811E70D1}" type="presOf" srcId="{F25E1F8F-10E6-40DC-910C-90585C126D40}" destId="{CBA41E7C-18BB-45C4-9BE3-7230E5B99A1B}" srcOrd="0" destOrd="0" presId="urn:microsoft.com/office/officeart/2018/2/layout/IconVerticalSolidList"/>
    <dgm:cxn modelId="{5852D821-8AA1-4EA5-BC9B-42B7BE0BEC46}" type="presParOf" srcId="{7C918551-78FC-44A4-B582-DC00CC15711B}" destId="{8918C1B2-30DE-479B-9493-834C621F6065}" srcOrd="0" destOrd="0" presId="urn:microsoft.com/office/officeart/2018/2/layout/IconVerticalSolidList"/>
    <dgm:cxn modelId="{37B37311-1AA9-4BFF-B6C1-4E581E069834}" type="presParOf" srcId="{8918C1B2-30DE-479B-9493-834C621F6065}" destId="{8186DFFC-F076-4383-852C-BF27195B5CF7}" srcOrd="0" destOrd="0" presId="urn:microsoft.com/office/officeart/2018/2/layout/IconVerticalSolidList"/>
    <dgm:cxn modelId="{65BF53EF-73AC-44B1-87DB-0E84341768CB}" type="presParOf" srcId="{8918C1B2-30DE-479B-9493-834C621F6065}" destId="{5E175698-E01B-4985-9EEE-80AEA12FF318}" srcOrd="1" destOrd="0" presId="urn:microsoft.com/office/officeart/2018/2/layout/IconVerticalSolidList"/>
    <dgm:cxn modelId="{74FA71B6-3FD9-455B-A213-1890753C1154}" type="presParOf" srcId="{8918C1B2-30DE-479B-9493-834C621F6065}" destId="{BF7016C2-A540-46E5-9610-30454255A5EF}" srcOrd="2" destOrd="0" presId="urn:microsoft.com/office/officeart/2018/2/layout/IconVerticalSolidList"/>
    <dgm:cxn modelId="{0950AB3C-381E-4B9D-BFAA-3C72F004003C}" type="presParOf" srcId="{8918C1B2-30DE-479B-9493-834C621F6065}" destId="{10D6DD42-CA59-44A0-B6AC-DD2691652808}" srcOrd="3" destOrd="0" presId="urn:microsoft.com/office/officeart/2018/2/layout/IconVerticalSolidList"/>
    <dgm:cxn modelId="{B35BF227-F679-4787-AE11-54E7B8A70ECF}" type="presParOf" srcId="{7C918551-78FC-44A4-B582-DC00CC15711B}" destId="{0AE87B30-9D01-4FA9-8BA3-C940DC0B35C1}" srcOrd="1" destOrd="0" presId="urn:microsoft.com/office/officeart/2018/2/layout/IconVerticalSolidList"/>
    <dgm:cxn modelId="{3F4E159D-A43E-4A8A-8AFD-83EB8727F81C}" type="presParOf" srcId="{7C918551-78FC-44A4-B582-DC00CC15711B}" destId="{26558387-7D0B-4A50-B469-1342B704B1BA}" srcOrd="2" destOrd="0" presId="urn:microsoft.com/office/officeart/2018/2/layout/IconVerticalSolidList"/>
    <dgm:cxn modelId="{D2A2E018-2D5C-4F61-8242-B0960C8714E7}" type="presParOf" srcId="{26558387-7D0B-4A50-B469-1342B704B1BA}" destId="{E772C50C-CD8B-4D73-8FB1-F50C1BF7A65D}" srcOrd="0" destOrd="0" presId="urn:microsoft.com/office/officeart/2018/2/layout/IconVerticalSolidList"/>
    <dgm:cxn modelId="{510B4DBD-086D-491D-A521-283A70DF884D}" type="presParOf" srcId="{26558387-7D0B-4A50-B469-1342B704B1BA}" destId="{61AF99DF-87EC-4823-98C7-D0F48D2A3324}" srcOrd="1" destOrd="0" presId="urn:microsoft.com/office/officeart/2018/2/layout/IconVerticalSolidList"/>
    <dgm:cxn modelId="{1C72850E-4021-45DB-9E08-04A0654AE7AD}" type="presParOf" srcId="{26558387-7D0B-4A50-B469-1342B704B1BA}" destId="{16639DEF-1145-468F-9C65-6FA0E2B79B49}" srcOrd="2" destOrd="0" presId="urn:microsoft.com/office/officeart/2018/2/layout/IconVerticalSolidList"/>
    <dgm:cxn modelId="{62A1AF0E-6602-45FA-8F3C-E9D8F61FC30E}" type="presParOf" srcId="{26558387-7D0B-4A50-B469-1342B704B1BA}" destId="{CBA41E7C-18BB-45C4-9BE3-7230E5B99A1B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186DFFC-F076-4383-852C-BF27195B5CF7}">
      <dsp:nvSpPr>
        <dsp:cNvPr id="0" name=""/>
        <dsp:cNvSpPr/>
      </dsp:nvSpPr>
      <dsp:spPr>
        <a:xfrm>
          <a:off x="0" y="585196"/>
          <a:ext cx="7335835" cy="1080363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E175698-E01B-4985-9EEE-80AEA12FF318}">
      <dsp:nvSpPr>
        <dsp:cNvPr id="0" name=""/>
        <dsp:cNvSpPr/>
      </dsp:nvSpPr>
      <dsp:spPr>
        <a:xfrm>
          <a:off x="326809" y="828278"/>
          <a:ext cx="594199" cy="594199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0D6DD42-CA59-44A0-B6AC-DD2691652808}">
      <dsp:nvSpPr>
        <dsp:cNvPr id="0" name=""/>
        <dsp:cNvSpPr/>
      </dsp:nvSpPr>
      <dsp:spPr>
        <a:xfrm>
          <a:off x="1247819" y="585196"/>
          <a:ext cx="6088015" cy="108036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38" tIns="114338" rIns="114338" bIns="114338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sz="2500" b="0" i="0" kern="1200"/>
            <a:t>前端 </a:t>
          </a:r>
          <a:r>
            <a:rPr lang="en-US" sz="2500" b="0" i="0" kern="1200"/>
            <a:t>Html + JaveScript</a:t>
          </a:r>
          <a:endParaRPr lang="en-US" sz="2500" kern="1200"/>
        </a:p>
      </dsp:txBody>
      <dsp:txXfrm>
        <a:off x="1247819" y="585196"/>
        <a:ext cx="6088015" cy="1080363"/>
      </dsp:txXfrm>
    </dsp:sp>
    <dsp:sp modelId="{E772C50C-CD8B-4D73-8FB1-F50C1BF7A65D}">
      <dsp:nvSpPr>
        <dsp:cNvPr id="0" name=""/>
        <dsp:cNvSpPr/>
      </dsp:nvSpPr>
      <dsp:spPr>
        <a:xfrm>
          <a:off x="0" y="1935651"/>
          <a:ext cx="7335835" cy="1080363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1AF99DF-87EC-4823-98C7-D0F48D2A3324}">
      <dsp:nvSpPr>
        <dsp:cNvPr id="0" name=""/>
        <dsp:cNvSpPr/>
      </dsp:nvSpPr>
      <dsp:spPr>
        <a:xfrm>
          <a:off x="326809" y="2178733"/>
          <a:ext cx="594199" cy="594199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BA41E7C-18BB-45C4-9BE3-7230E5B99A1B}">
      <dsp:nvSpPr>
        <dsp:cNvPr id="0" name=""/>
        <dsp:cNvSpPr/>
      </dsp:nvSpPr>
      <dsp:spPr>
        <a:xfrm>
          <a:off x="1247819" y="1935651"/>
          <a:ext cx="6088015" cy="108036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38" tIns="114338" rIns="114338" bIns="114338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sz="2500" b="0" i="0" kern="1200" dirty="0"/>
            <a:t>後端 </a:t>
          </a:r>
          <a:r>
            <a:rPr lang="en-US" sz="2500" b="0" i="0" kern="1200" dirty="0"/>
            <a:t>Python </a:t>
          </a:r>
          <a:r>
            <a:rPr lang="zh-TW" sz="2500" b="0" i="0" kern="1200" dirty="0"/>
            <a:t>套件 </a:t>
          </a:r>
          <a:r>
            <a:rPr lang="en-US" sz="2500" b="0" i="0" kern="1200" dirty="0"/>
            <a:t>Flask </a:t>
          </a:r>
          <a:r>
            <a:rPr lang="zh-TW" sz="2500" b="0" i="0" kern="1200" dirty="0"/>
            <a:t>、</a:t>
          </a:r>
          <a:r>
            <a:rPr lang="en-US" sz="2500" b="0" i="0" kern="1200" dirty="0"/>
            <a:t>fido2</a:t>
          </a:r>
          <a:endParaRPr lang="en-US" sz="2500" kern="1200" dirty="0"/>
        </a:p>
      </dsp:txBody>
      <dsp:txXfrm>
        <a:off x="1247819" y="1935651"/>
        <a:ext cx="6088015" cy="108036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9AF2E3F-5533-4A72-AE10-87EE3298E589}" type="datetimeFigureOut">
              <a:rPr lang="zh-TW" altLang="en-US" smtClean="0"/>
              <a:t>2025/3/11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7A57FFB-1F1B-4C86-9F8B-217896ED7C0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947755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A57FFB-1F1B-4C86-9F8B-217896ED7C0C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293662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Group 42">
            <a:extLst>
              <a:ext uri="{FF2B5EF4-FFF2-40B4-BE49-F238E27FC236}">
                <a16:creationId xmlns:a16="http://schemas.microsoft.com/office/drawing/2014/main" id="{EB46B8FB-F6A2-5F47-A6CD-A7E17E69270F}"/>
              </a:ext>
            </a:extLst>
          </p:cNvPr>
          <p:cNvGrpSpPr/>
          <p:nvPr/>
        </p:nvGrpSpPr>
        <p:grpSpPr>
          <a:xfrm>
            <a:off x="6201388" y="0"/>
            <a:ext cx="5990612" cy="6858001"/>
            <a:chOff x="6201388" y="0"/>
            <a:chExt cx="5990612" cy="6858001"/>
          </a:xfrm>
        </p:grpSpPr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419BDE93-3EC2-4E4D-BC0B-417378F49EDA}"/>
                </a:ext>
              </a:extLst>
            </p:cNvPr>
            <p:cNvSpPr/>
            <p:nvPr/>
          </p:nvSpPr>
          <p:spPr>
            <a:xfrm>
              <a:off x="6201388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Freeform 46">
              <a:extLst>
                <a:ext uri="{FF2B5EF4-FFF2-40B4-BE49-F238E27FC236}">
                  <a16:creationId xmlns:a16="http://schemas.microsoft.com/office/drawing/2014/main" id="{FE21F82F-1EE5-8240-97F8-387DF0253FCE}"/>
                </a:ext>
              </a:extLst>
            </p:cNvPr>
            <p:cNvSpPr/>
            <p:nvPr/>
          </p:nvSpPr>
          <p:spPr>
            <a:xfrm>
              <a:off x="6201389" y="1"/>
              <a:ext cx="1130725" cy="565575"/>
            </a:xfrm>
            <a:custGeom>
              <a:avLst/>
              <a:gdLst>
                <a:gd name="connsiteX0" fmla="*/ 21 w 1130725"/>
                <a:gd name="connsiteY0" fmla="*/ 0 h 565575"/>
                <a:gd name="connsiteX1" fmla="*/ 1130704 w 1130725"/>
                <a:gd name="connsiteY1" fmla="*/ 0 h 565575"/>
                <a:gd name="connsiteX2" fmla="*/ 1130725 w 1130725"/>
                <a:gd name="connsiteY2" fmla="*/ 213 h 565575"/>
                <a:gd name="connsiteX3" fmla="*/ 565362 w 1130725"/>
                <a:gd name="connsiteY3" fmla="*/ 565575 h 565575"/>
                <a:gd name="connsiteX4" fmla="*/ 0 w 1130725"/>
                <a:gd name="connsiteY4" fmla="*/ 213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5" h="565575">
                  <a:moveTo>
                    <a:pt x="21" y="0"/>
                  </a:moveTo>
                  <a:lnTo>
                    <a:pt x="1130704" y="0"/>
                  </a:lnTo>
                  <a:lnTo>
                    <a:pt x="1130725" y="213"/>
                  </a:lnTo>
                  <a:cubicBezTo>
                    <a:pt x="1130725" y="312454"/>
                    <a:pt x="877604" y="565575"/>
                    <a:pt x="565362" y="565575"/>
                  </a:cubicBezTo>
                  <a:cubicBezTo>
                    <a:pt x="253121" y="565575"/>
                    <a:pt x="0" y="312454"/>
                    <a:pt x="0" y="21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9" name="Freeform 48">
              <a:extLst>
                <a:ext uri="{FF2B5EF4-FFF2-40B4-BE49-F238E27FC236}">
                  <a16:creationId xmlns:a16="http://schemas.microsoft.com/office/drawing/2014/main" id="{AE1903E3-6B5F-6B4C-9A1F-62628A050AEB}"/>
                </a:ext>
              </a:extLst>
            </p:cNvPr>
            <p:cNvSpPr/>
            <p:nvPr/>
          </p:nvSpPr>
          <p:spPr>
            <a:xfrm>
              <a:off x="7564255" y="6292426"/>
              <a:ext cx="1130723" cy="565575"/>
            </a:xfrm>
            <a:custGeom>
              <a:avLst/>
              <a:gdLst>
                <a:gd name="connsiteX0" fmla="*/ 565362 w 1130723"/>
                <a:gd name="connsiteY0" fmla="*/ 0 h 565575"/>
                <a:gd name="connsiteX1" fmla="*/ 1130723 w 1130723"/>
                <a:gd name="connsiteY1" fmla="*/ 565362 h 565575"/>
                <a:gd name="connsiteX2" fmla="*/ 1130702 w 1130723"/>
                <a:gd name="connsiteY2" fmla="*/ 565575 h 565575"/>
                <a:gd name="connsiteX3" fmla="*/ 21 w 1130723"/>
                <a:gd name="connsiteY3" fmla="*/ 565575 h 565575"/>
                <a:gd name="connsiteX4" fmla="*/ 0 w 1130723"/>
                <a:gd name="connsiteY4" fmla="*/ 565362 h 565575"/>
                <a:gd name="connsiteX5" fmla="*/ 565362 w 1130723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3" h="565575">
                  <a:moveTo>
                    <a:pt x="565362" y="0"/>
                  </a:moveTo>
                  <a:cubicBezTo>
                    <a:pt x="877602" y="0"/>
                    <a:pt x="1130723" y="253121"/>
                    <a:pt x="1130723" y="565362"/>
                  </a:cubicBezTo>
                  <a:lnTo>
                    <a:pt x="1130702" y="565575"/>
                  </a:lnTo>
                  <a:lnTo>
                    <a:pt x="21" y="565575"/>
                  </a:lnTo>
                  <a:lnTo>
                    <a:pt x="0" y="565362"/>
                  </a:lnTo>
                  <a:cubicBezTo>
                    <a:pt x="0" y="253121"/>
                    <a:pt x="253120" y="0"/>
                    <a:pt x="565362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F7C55863-3B37-0743-B001-1A970033FBA8}"/>
                </a:ext>
              </a:extLst>
            </p:cNvPr>
            <p:cNvSpPr/>
            <p:nvPr/>
          </p:nvSpPr>
          <p:spPr>
            <a:xfrm>
              <a:off x="7564253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932B4C24-3A58-924C-B79A-D961EF7C2C48}"/>
                </a:ext>
              </a:extLst>
            </p:cNvPr>
            <p:cNvSpPr/>
            <p:nvPr/>
          </p:nvSpPr>
          <p:spPr>
            <a:xfrm>
              <a:off x="7564253" y="2177881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21EF52E0-D2CF-544F-93A6-4D7B45A0483A}"/>
                </a:ext>
              </a:extLst>
            </p:cNvPr>
            <p:cNvSpPr/>
            <p:nvPr/>
          </p:nvSpPr>
          <p:spPr>
            <a:xfrm>
              <a:off x="7564253" y="806366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Freeform 63">
              <a:extLst>
                <a:ext uri="{FF2B5EF4-FFF2-40B4-BE49-F238E27FC236}">
                  <a16:creationId xmlns:a16="http://schemas.microsoft.com/office/drawing/2014/main" id="{6966CFE5-1C8C-2E4F-9B2D-A8438F5A5322}"/>
                </a:ext>
              </a:extLst>
            </p:cNvPr>
            <p:cNvSpPr/>
            <p:nvPr/>
          </p:nvSpPr>
          <p:spPr>
            <a:xfrm>
              <a:off x="7564254" y="1"/>
              <a:ext cx="1130725" cy="565575"/>
            </a:xfrm>
            <a:custGeom>
              <a:avLst/>
              <a:gdLst>
                <a:gd name="connsiteX0" fmla="*/ 21 w 1130725"/>
                <a:gd name="connsiteY0" fmla="*/ 0 h 565575"/>
                <a:gd name="connsiteX1" fmla="*/ 1130704 w 1130725"/>
                <a:gd name="connsiteY1" fmla="*/ 0 h 565575"/>
                <a:gd name="connsiteX2" fmla="*/ 1130725 w 1130725"/>
                <a:gd name="connsiteY2" fmla="*/ 213 h 565575"/>
                <a:gd name="connsiteX3" fmla="*/ 565363 w 1130725"/>
                <a:gd name="connsiteY3" fmla="*/ 565575 h 565575"/>
                <a:gd name="connsiteX4" fmla="*/ 0 w 1130725"/>
                <a:gd name="connsiteY4" fmla="*/ 213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5" h="565575">
                  <a:moveTo>
                    <a:pt x="21" y="0"/>
                  </a:moveTo>
                  <a:lnTo>
                    <a:pt x="1130704" y="0"/>
                  </a:lnTo>
                  <a:lnTo>
                    <a:pt x="1130725" y="213"/>
                  </a:lnTo>
                  <a:cubicBezTo>
                    <a:pt x="1130725" y="312454"/>
                    <a:pt x="877603" y="565575"/>
                    <a:pt x="565363" y="565575"/>
                  </a:cubicBezTo>
                  <a:cubicBezTo>
                    <a:pt x="253121" y="565575"/>
                    <a:pt x="0" y="312454"/>
                    <a:pt x="0" y="21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9FD29EF3-A5B2-554A-A307-6BE1BCE8AF03}"/>
                </a:ext>
              </a:extLst>
            </p:cNvPr>
            <p:cNvSpPr/>
            <p:nvPr/>
          </p:nvSpPr>
          <p:spPr>
            <a:xfrm>
              <a:off x="8927118" y="6292426"/>
              <a:ext cx="1130724" cy="565575"/>
            </a:xfrm>
            <a:custGeom>
              <a:avLst/>
              <a:gdLst>
                <a:gd name="connsiteX0" fmla="*/ 565362 w 1130724"/>
                <a:gd name="connsiteY0" fmla="*/ 0 h 565575"/>
                <a:gd name="connsiteX1" fmla="*/ 1130724 w 1130724"/>
                <a:gd name="connsiteY1" fmla="*/ 565362 h 565575"/>
                <a:gd name="connsiteX2" fmla="*/ 1130703 w 1130724"/>
                <a:gd name="connsiteY2" fmla="*/ 565575 h 565575"/>
                <a:gd name="connsiteX3" fmla="*/ 22 w 1130724"/>
                <a:gd name="connsiteY3" fmla="*/ 565575 h 565575"/>
                <a:gd name="connsiteX4" fmla="*/ 0 w 1130724"/>
                <a:gd name="connsiteY4" fmla="*/ 565362 h 565575"/>
                <a:gd name="connsiteX5" fmla="*/ 565362 w 1130724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4" h="565575">
                  <a:moveTo>
                    <a:pt x="565362" y="0"/>
                  </a:moveTo>
                  <a:cubicBezTo>
                    <a:pt x="877603" y="0"/>
                    <a:pt x="1130724" y="253121"/>
                    <a:pt x="1130724" y="565362"/>
                  </a:cubicBezTo>
                  <a:lnTo>
                    <a:pt x="1130703" y="565575"/>
                  </a:lnTo>
                  <a:lnTo>
                    <a:pt x="22" y="565575"/>
                  </a:lnTo>
                  <a:lnTo>
                    <a:pt x="0" y="565362"/>
                  </a:lnTo>
                  <a:cubicBezTo>
                    <a:pt x="0" y="253121"/>
                    <a:pt x="253121" y="0"/>
                    <a:pt x="5653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AC1ECAD8-0CF2-934D-AA1E-C108208CDE6F}"/>
                </a:ext>
              </a:extLst>
            </p:cNvPr>
            <p:cNvSpPr/>
            <p:nvPr/>
          </p:nvSpPr>
          <p:spPr>
            <a:xfrm>
              <a:off x="8927118" y="4920911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DB14DED1-3A58-8C4D-902E-2A9F34043F61}"/>
                </a:ext>
              </a:extLst>
            </p:cNvPr>
            <p:cNvSpPr/>
            <p:nvPr/>
          </p:nvSpPr>
          <p:spPr>
            <a:xfrm>
              <a:off x="8927118" y="3549396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65D65157-5719-0341-A807-A8956595FB4C}"/>
                </a:ext>
              </a:extLst>
            </p:cNvPr>
            <p:cNvSpPr/>
            <p:nvPr/>
          </p:nvSpPr>
          <p:spPr>
            <a:xfrm>
              <a:off x="8927118" y="2177881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A7F23F74-B777-2A4C-8EF9-E798880D5942}"/>
                </a:ext>
              </a:extLst>
            </p:cNvPr>
            <p:cNvSpPr/>
            <p:nvPr/>
          </p:nvSpPr>
          <p:spPr>
            <a:xfrm>
              <a:off x="8927118" y="80636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Freeform 70">
              <a:extLst>
                <a:ext uri="{FF2B5EF4-FFF2-40B4-BE49-F238E27FC236}">
                  <a16:creationId xmlns:a16="http://schemas.microsoft.com/office/drawing/2014/main" id="{E3B9A050-0AE1-1D4B-A2AC-6EEF64B106D9}"/>
                </a:ext>
              </a:extLst>
            </p:cNvPr>
            <p:cNvSpPr/>
            <p:nvPr/>
          </p:nvSpPr>
          <p:spPr>
            <a:xfrm>
              <a:off x="8927117" y="0"/>
              <a:ext cx="1130726" cy="565576"/>
            </a:xfrm>
            <a:custGeom>
              <a:avLst/>
              <a:gdLst>
                <a:gd name="connsiteX0" fmla="*/ 22 w 1130726"/>
                <a:gd name="connsiteY0" fmla="*/ 0 h 565576"/>
                <a:gd name="connsiteX1" fmla="*/ 1130704 w 1130726"/>
                <a:gd name="connsiteY1" fmla="*/ 0 h 565576"/>
                <a:gd name="connsiteX2" fmla="*/ 1130726 w 1130726"/>
                <a:gd name="connsiteY2" fmla="*/ 214 h 565576"/>
                <a:gd name="connsiteX3" fmla="*/ 565363 w 1130726"/>
                <a:gd name="connsiteY3" fmla="*/ 565576 h 565576"/>
                <a:gd name="connsiteX4" fmla="*/ 0 w 1130726"/>
                <a:gd name="connsiteY4" fmla="*/ 214 h 565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6" h="565576">
                  <a:moveTo>
                    <a:pt x="22" y="0"/>
                  </a:moveTo>
                  <a:lnTo>
                    <a:pt x="1130704" y="0"/>
                  </a:lnTo>
                  <a:lnTo>
                    <a:pt x="1130726" y="214"/>
                  </a:lnTo>
                  <a:cubicBezTo>
                    <a:pt x="1130726" y="312455"/>
                    <a:pt x="877604" y="565576"/>
                    <a:pt x="565363" y="565576"/>
                  </a:cubicBezTo>
                  <a:cubicBezTo>
                    <a:pt x="253122" y="565576"/>
                    <a:pt x="0" y="312455"/>
                    <a:pt x="0" y="2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2" name="Freeform 71">
              <a:extLst>
                <a:ext uri="{FF2B5EF4-FFF2-40B4-BE49-F238E27FC236}">
                  <a16:creationId xmlns:a16="http://schemas.microsoft.com/office/drawing/2014/main" id="{C424FE38-F803-8D47-BF56-1B18EC2B1F03}"/>
                </a:ext>
              </a:extLst>
            </p:cNvPr>
            <p:cNvSpPr/>
            <p:nvPr/>
          </p:nvSpPr>
          <p:spPr>
            <a:xfrm>
              <a:off x="10289984" y="6292426"/>
              <a:ext cx="1130724" cy="565575"/>
            </a:xfrm>
            <a:custGeom>
              <a:avLst/>
              <a:gdLst>
                <a:gd name="connsiteX0" fmla="*/ 565362 w 1130724"/>
                <a:gd name="connsiteY0" fmla="*/ 0 h 565575"/>
                <a:gd name="connsiteX1" fmla="*/ 1130724 w 1130724"/>
                <a:gd name="connsiteY1" fmla="*/ 565362 h 565575"/>
                <a:gd name="connsiteX2" fmla="*/ 1130703 w 1130724"/>
                <a:gd name="connsiteY2" fmla="*/ 565575 h 565575"/>
                <a:gd name="connsiteX3" fmla="*/ 21 w 1130724"/>
                <a:gd name="connsiteY3" fmla="*/ 565575 h 565575"/>
                <a:gd name="connsiteX4" fmla="*/ 0 w 1130724"/>
                <a:gd name="connsiteY4" fmla="*/ 565362 h 565575"/>
                <a:gd name="connsiteX5" fmla="*/ 565362 w 1130724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4" h="565575">
                  <a:moveTo>
                    <a:pt x="565362" y="0"/>
                  </a:moveTo>
                  <a:cubicBezTo>
                    <a:pt x="877603" y="0"/>
                    <a:pt x="1130724" y="253121"/>
                    <a:pt x="1130724" y="565362"/>
                  </a:cubicBezTo>
                  <a:lnTo>
                    <a:pt x="1130703" y="565575"/>
                  </a:lnTo>
                  <a:lnTo>
                    <a:pt x="21" y="565575"/>
                  </a:lnTo>
                  <a:lnTo>
                    <a:pt x="0" y="565362"/>
                  </a:lnTo>
                  <a:cubicBezTo>
                    <a:pt x="0" y="253121"/>
                    <a:pt x="253121" y="0"/>
                    <a:pt x="565362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E37187F2-9212-0641-97D0-1ACD50B748A8}"/>
                </a:ext>
              </a:extLst>
            </p:cNvPr>
            <p:cNvSpPr/>
            <p:nvPr/>
          </p:nvSpPr>
          <p:spPr>
            <a:xfrm>
              <a:off x="10289984" y="4920911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C760C651-2AC4-564E-BEAA-AB7FAFE7F79F}"/>
                </a:ext>
              </a:extLst>
            </p:cNvPr>
            <p:cNvSpPr/>
            <p:nvPr/>
          </p:nvSpPr>
          <p:spPr>
            <a:xfrm>
              <a:off x="10289984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58B0A1B8-5BA3-3548-9511-B4904D05264B}"/>
                </a:ext>
              </a:extLst>
            </p:cNvPr>
            <p:cNvSpPr/>
            <p:nvPr/>
          </p:nvSpPr>
          <p:spPr>
            <a:xfrm>
              <a:off x="10289984" y="80636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Freeform 75">
              <a:extLst>
                <a:ext uri="{FF2B5EF4-FFF2-40B4-BE49-F238E27FC236}">
                  <a16:creationId xmlns:a16="http://schemas.microsoft.com/office/drawing/2014/main" id="{424CD779-EE9A-214D-9488-767327E373AA}"/>
                </a:ext>
              </a:extLst>
            </p:cNvPr>
            <p:cNvSpPr/>
            <p:nvPr/>
          </p:nvSpPr>
          <p:spPr>
            <a:xfrm>
              <a:off x="10289983" y="0"/>
              <a:ext cx="1130726" cy="565576"/>
            </a:xfrm>
            <a:custGeom>
              <a:avLst/>
              <a:gdLst>
                <a:gd name="connsiteX0" fmla="*/ 21 w 1130726"/>
                <a:gd name="connsiteY0" fmla="*/ 0 h 565576"/>
                <a:gd name="connsiteX1" fmla="*/ 1130704 w 1130726"/>
                <a:gd name="connsiteY1" fmla="*/ 0 h 565576"/>
                <a:gd name="connsiteX2" fmla="*/ 1130726 w 1130726"/>
                <a:gd name="connsiteY2" fmla="*/ 214 h 565576"/>
                <a:gd name="connsiteX3" fmla="*/ 565363 w 1130726"/>
                <a:gd name="connsiteY3" fmla="*/ 565576 h 565576"/>
                <a:gd name="connsiteX4" fmla="*/ 0 w 1130726"/>
                <a:gd name="connsiteY4" fmla="*/ 214 h 565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6" h="565576">
                  <a:moveTo>
                    <a:pt x="21" y="0"/>
                  </a:moveTo>
                  <a:lnTo>
                    <a:pt x="1130704" y="0"/>
                  </a:lnTo>
                  <a:lnTo>
                    <a:pt x="1130726" y="214"/>
                  </a:lnTo>
                  <a:cubicBezTo>
                    <a:pt x="1130726" y="312455"/>
                    <a:pt x="877604" y="565576"/>
                    <a:pt x="565363" y="565576"/>
                  </a:cubicBezTo>
                  <a:cubicBezTo>
                    <a:pt x="253122" y="565576"/>
                    <a:pt x="0" y="312455"/>
                    <a:pt x="0" y="2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7" name="Freeform 76">
              <a:extLst>
                <a:ext uri="{FF2B5EF4-FFF2-40B4-BE49-F238E27FC236}">
                  <a16:creationId xmlns:a16="http://schemas.microsoft.com/office/drawing/2014/main" id="{630D08C6-9EFB-8540-875F-2A55DED2AAE3}"/>
                </a:ext>
              </a:extLst>
            </p:cNvPr>
            <p:cNvSpPr/>
            <p:nvPr/>
          </p:nvSpPr>
          <p:spPr>
            <a:xfrm>
              <a:off x="11652854" y="6295069"/>
              <a:ext cx="539146" cy="562931"/>
            </a:xfrm>
            <a:custGeom>
              <a:avLst/>
              <a:gdLst>
                <a:gd name="connsiteX0" fmla="*/ 539146 w 539146"/>
                <a:gd name="connsiteY0" fmla="*/ 0 h 562931"/>
                <a:gd name="connsiteX1" fmla="*/ 539146 w 539146"/>
                <a:gd name="connsiteY1" fmla="*/ 562931 h 562931"/>
                <a:gd name="connsiteX2" fmla="*/ 21 w 539146"/>
                <a:gd name="connsiteY2" fmla="*/ 562931 h 562931"/>
                <a:gd name="connsiteX3" fmla="*/ 0 w 539146"/>
                <a:gd name="connsiteY3" fmla="*/ 562719 h 562931"/>
                <a:gd name="connsiteX4" fmla="*/ 451422 w 539146"/>
                <a:gd name="connsiteY4" fmla="*/ 8843 h 5629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6" h="562931">
                  <a:moveTo>
                    <a:pt x="539146" y="0"/>
                  </a:moveTo>
                  <a:lnTo>
                    <a:pt x="539146" y="562931"/>
                  </a:lnTo>
                  <a:lnTo>
                    <a:pt x="21" y="562931"/>
                  </a:lnTo>
                  <a:lnTo>
                    <a:pt x="0" y="562719"/>
                  </a:lnTo>
                  <a:cubicBezTo>
                    <a:pt x="0" y="289508"/>
                    <a:pt x="193796" y="61561"/>
                    <a:pt x="451422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8" name="Freeform 77">
              <a:extLst>
                <a:ext uri="{FF2B5EF4-FFF2-40B4-BE49-F238E27FC236}">
                  <a16:creationId xmlns:a16="http://schemas.microsoft.com/office/drawing/2014/main" id="{D7E8DA86-1294-4641-9C52-6E153150641C}"/>
                </a:ext>
              </a:extLst>
            </p:cNvPr>
            <p:cNvSpPr/>
            <p:nvPr/>
          </p:nvSpPr>
          <p:spPr>
            <a:xfrm>
              <a:off x="11652853" y="4923555"/>
              <a:ext cx="539147" cy="1125439"/>
            </a:xfrm>
            <a:custGeom>
              <a:avLst/>
              <a:gdLst>
                <a:gd name="connsiteX0" fmla="*/ 539147 w 539147"/>
                <a:gd name="connsiteY0" fmla="*/ 0 h 1125439"/>
                <a:gd name="connsiteX1" fmla="*/ 539147 w 539147"/>
                <a:gd name="connsiteY1" fmla="*/ 1125439 h 1125439"/>
                <a:gd name="connsiteX2" fmla="*/ 451423 w 539147"/>
                <a:gd name="connsiteY2" fmla="*/ 1116595 h 1125439"/>
                <a:gd name="connsiteX3" fmla="*/ 0 w 539147"/>
                <a:gd name="connsiteY3" fmla="*/ 562719 h 1125439"/>
                <a:gd name="connsiteX4" fmla="*/ 451423 w 539147"/>
                <a:gd name="connsiteY4" fmla="*/ 8843 h 1125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9">
                  <a:moveTo>
                    <a:pt x="539147" y="0"/>
                  </a:moveTo>
                  <a:lnTo>
                    <a:pt x="539147" y="1125439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9" name="Freeform 78">
              <a:extLst>
                <a:ext uri="{FF2B5EF4-FFF2-40B4-BE49-F238E27FC236}">
                  <a16:creationId xmlns:a16="http://schemas.microsoft.com/office/drawing/2014/main" id="{011063C9-2A43-3348-A018-F27FACAA778D}"/>
                </a:ext>
              </a:extLst>
            </p:cNvPr>
            <p:cNvSpPr/>
            <p:nvPr/>
          </p:nvSpPr>
          <p:spPr>
            <a:xfrm>
              <a:off x="11652853" y="3552039"/>
              <a:ext cx="539147" cy="1125438"/>
            </a:xfrm>
            <a:custGeom>
              <a:avLst/>
              <a:gdLst>
                <a:gd name="connsiteX0" fmla="*/ 539147 w 539147"/>
                <a:gd name="connsiteY0" fmla="*/ 0 h 1125438"/>
                <a:gd name="connsiteX1" fmla="*/ 539147 w 539147"/>
                <a:gd name="connsiteY1" fmla="*/ 1125438 h 1125438"/>
                <a:gd name="connsiteX2" fmla="*/ 451423 w 539147"/>
                <a:gd name="connsiteY2" fmla="*/ 1116595 h 1125438"/>
                <a:gd name="connsiteX3" fmla="*/ 0 w 539147"/>
                <a:gd name="connsiteY3" fmla="*/ 562719 h 1125438"/>
                <a:gd name="connsiteX4" fmla="*/ 451423 w 539147"/>
                <a:gd name="connsiteY4" fmla="*/ 8843 h 1125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8">
                  <a:moveTo>
                    <a:pt x="539147" y="0"/>
                  </a:moveTo>
                  <a:lnTo>
                    <a:pt x="539147" y="1125438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0" name="Freeform 79">
              <a:extLst>
                <a:ext uri="{FF2B5EF4-FFF2-40B4-BE49-F238E27FC236}">
                  <a16:creationId xmlns:a16="http://schemas.microsoft.com/office/drawing/2014/main" id="{EE85C7DE-D965-244F-BD95-3A05FF4AAC61}"/>
                </a:ext>
              </a:extLst>
            </p:cNvPr>
            <p:cNvSpPr/>
            <p:nvPr/>
          </p:nvSpPr>
          <p:spPr>
            <a:xfrm>
              <a:off x="11652853" y="2180524"/>
              <a:ext cx="539147" cy="1125438"/>
            </a:xfrm>
            <a:custGeom>
              <a:avLst/>
              <a:gdLst>
                <a:gd name="connsiteX0" fmla="*/ 539147 w 539147"/>
                <a:gd name="connsiteY0" fmla="*/ 0 h 1125438"/>
                <a:gd name="connsiteX1" fmla="*/ 539147 w 539147"/>
                <a:gd name="connsiteY1" fmla="*/ 1125438 h 1125438"/>
                <a:gd name="connsiteX2" fmla="*/ 451423 w 539147"/>
                <a:gd name="connsiteY2" fmla="*/ 1116595 h 1125438"/>
                <a:gd name="connsiteX3" fmla="*/ 0 w 539147"/>
                <a:gd name="connsiteY3" fmla="*/ 562719 h 1125438"/>
                <a:gd name="connsiteX4" fmla="*/ 451423 w 539147"/>
                <a:gd name="connsiteY4" fmla="*/ 8843 h 1125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8">
                  <a:moveTo>
                    <a:pt x="539147" y="0"/>
                  </a:moveTo>
                  <a:lnTo>
                    <a:pt x="539147" y="1125438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9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1" name="Freeform 80">
              <a:extLst>
                <a:ext uri="{FF2B5EF4-FFF2-40B4-BE49-F238E27FC236}">
                  <a16:creationId xmlns:a16="http://schemas.microsoft.com/office/drawing/2014/main" id="{315A1389-149A-3342-A863-637D42FDB28D}"/>
                </a:ext>
              </a:extLst>
            </p:cNvPr>
            <p:cNvSpPr/>
            <p:nvPr/>
          </p:nvSpPr>
          <p:spPr>
            <a:xfrm>
              <a:off x="11652853" y="809010"/>
              <a:ext cx="539147" cy="1125439"/>
            </a:xfrm>
            <a:custGeom>
              <a:avLst/>
              <a:gdLst>
                <a:gd name="connsiteX0" fmla="*/ 539147 w 539147"/>
                <a:gd name="connsiteY0" fmla="*/ 0 h 1125439"/>
                <a:gd name="connsiteX1" fmla="*/ 539147 w 539147"/>
                <a:gd name="connsiteY1" fmla="*/ 1125439 h 1125439"/>
                <a:gd name="connsiteX2" fmla="*/ 451423 w 539147"/>
                <a:gd name="connsiteY2" fmla="*/ 1116595 h 1125439"/>
                <a:gd name="connsiteX3" fmla="*/ 0 w 539147"/>
                <a:gd name="connsiteY3" fmla="*/ 562719 h 1125439"/>
                <a:gd name="connsiteX4" fmla="*/ 451423 w 539147"/>
                <a:gd name="connsiteY4" fmla="*/ 8843 h 1125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9">
                  <a:moveTo>
                    <a:pt x="539147" y="0"/>
                  </a:moveTo>
                  <a:lnTo>
                    <a:pt x="539147" y="1125439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2" name="Freeform 81">
              <a:extLst>
                <a:ext uri="{FF2B5EF4-FFF2-40B4-BE49-F238E27FC236}">
                  <a16:creationId xmlns:a16="http://schemas.microsoft.com/office/drawing/2014/main" id="{B149CC6F-B6C6-BE46-B451-1BF7D47A8936}"/>
                </a:ext>
              </a:extLst>
            </p:cNvPr>
            <p:cNvSpPr/>
            <p:nvPr/>
          </p:nvSpPr>
          <p:spPr>
            <a:xfrm>
              <a:off x="11652853" y="1"/>
              <a:ext cx="539147" cy="562933"/>
            </a:xfrm>
            <a:custGeom>
              <a:avLst/>
              <a:gdLst>
                <a:gd name="connsiteX0" fmla="*/ 22 w 539147"/>
                <a:gd name="connsiteY0" fmla="*/ 0 h 562933"/>
                <a:gd name="connsiteX1" fmla="*/ 539147 w 539147"/>
                <a:gd name="connsiteY1" fmla="*/ 0 h 562933"/>
                <a:gd name="connsiteX2" fmla="*/ 539147 w 539147"/>
                <a:gd name="connsiteY2" fmla="*/ 562933 h 562933"/>
                <a:gd name="connsiteX3" fmla="*/ 451423 w 539147"/>
                <a:gd name="connsiteY3" fmla="*/ 554090 h 562933"/>
                <a:gd name="connsiteX4" fmla="*/ 0 w 539147"/>
                <a:gd name="connsiteY4" fmla="*/ 214 h 562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562933">
                  <a:moveTo>
                    <a:pt x="22" y="0"/>
                  </a:moveTo>
                  <a:lnTo>
                    <a:pt x="539147" y="0"/>
                  </a:lnTo>
                  <a:lnTo>
                    <a:pt x="539147" y="562933"/>
                  </a:lnTo>
                  <a:lnTo>
                    <a:pt x="451423" y="554090"/>
                  </a:lnTo>
                  <a:cubicBezTo>
                    <a:pt x="193797" y="501372"/>
                    <a:pt x="0" y="273425"/>
                    <a:pt x="0" y="2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CDAB39E9-6F50-3F4B-9DDB-FC0E0CA993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5150" y="768334"/>
            <a:ext cx="5066001" cy="2866405"/>
          </a:xfrm>
        </p:spPr>
        <p:txBody>
          <a:bodyPr anchor="t"/>
          <a:lstStyle>
            <a:lvl1pPr algn="l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6B2C33E-E9A6-304D-BBCB-97AD0B213C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5150" y="4283239"/>
            <a:ext cx="5066001" cy="1475177"/>
          </a:xfrm>
        </p:spPr>
        <p:txBody>
          <a:bodyPr anchor="b"/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9C75C4-E533-BE48-B528-D1A278BC39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66928" y="457200"/>
            <a:ext cx="3608205" cy="365125"/>
          </a:xfrm>
        </p:spPr>
        <p:txBody>
          <a:bodyPr/>
          <a:lstStyle>
            <a:lvl1pPr algn="l">
              <a:defRPr/>
            </a:lvl1pPr>
          </a:lstStyle>
          <a:p>
            <a:pPr algn="l"/>
            <a:fld id="{A5B0A250-5CC0-1746-B209-08E8B0DAE6AF}" type="datetimeFigureOut">
              <a:rPr lang="en-US" smtClean="0"/>
              <a:pPr algn="l"/>
              <a:t>3/11/2025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09BA8A-EF83-434D-A90E-0805D1104A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CFDDE0-90B9-AD4E-B0EB-E7464FA9CD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17335" y="6141085"/>
            <a:ext cx="813816" cy="365125"/>
          </a:xfrm>
        </p:spPr>
        <p:txBody>
          <a:bodyPr/>
          <a:lstStyle/>
          <a:p>
            <a:fld id="{49ABCAEC-7D34-E549-A96E-FCEDAADBE4B0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33A3282-0389-C547-8CA6-7F3E7F27B34D}"/>
              </a:ext>
            </a:extLst>
          </p:cNvPr>
          <p:cNvCxnSpPr>
            <a:cxnSpLocks/>
          </p:cNvCxnSpPr>
          <p:nvPr/>
        </p:nvCxnSpPr>
        <p:spPr>
          <a:xfrm>
            <a:off x="565150" y="6087110"/>
            <a:ext cx="5066001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1565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F0CAFDA3-320A-C24D-A7A1-20C1267EC987}"/>
              </a:ext>
            </a:extLst>
          </p:cNvPr>
          <p:cNvGrpSpPr/>
          <p:nvPr/>
        </p:nvGrpSpPr>
        <p:grpSpPr>
          <a:xfrm>
            <a:off x="8928528" y="0"/>
            <a:ext cx="3263472" cy="6858000"/>
            <a:chOff x="8928528" y="0"/>
            <a:chExt cx="3263472" cy="6858000"/>
          </a:xfrm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D2411669-6E2C-2243-99CD-6BC9D724FA1F}"/>
                </a:ext>
              </a:extLst>
            </p:cNvPr>
            <p:cNvSpPr/>
            <p:nvPr/>
          </p:nvSpPr>
          <p:spPr>
            <a:xfrm>
              <a:off x="8928528" y="806362"/>
              <a:ext cx="1130724" cy="113072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C4E0C522-0F40-ED44-A700-F1BCD1CF74F5}"/>
                </a:ext>
              </a:extLst>
            </p:cNvPr>
            <p:cNvSpPr/>
            <p:nvPr/>
          </p:nvSpPr>
          <p:spPr>
            <a:xfrm>
              <a:off x="8928528" y="0"/>
              <a:ext cx="1130724" cy="565573"/>
            </a:xfrm>
            <a:custGeom>
              <a:avLst/>
              <a:gdLst>
                <a:gd name="connsiteX0" fmla="*/ 22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2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B79B4380-CBEC-C341-A10E-5EF9A8597959}"/>
                </a:ext>
              </a:extLst>
            </p:cNvPr>
            <p:cNvSpPr/>
            <p:nvPr/>
          </p:nvSpPr>
          <p:spPr>
            <a:xfrm>
              <a:off x="10291391" y="6292417"/>
              <a:ext cx="1130724" cy="565583"/>
            </a:xfrm>
            <a:custGeom>
              <a:avLst/>
              <a:gdLst>
                <a:gd name="connsiteX0" fmla="*/ 565362 w 1130724"/>
                <a:gd name="connsiteY0" fmla="*/ 0 h 565583"/>
                <a:gd name="connsiteX1" fmla="*/ 1130724 w 1130724"/>
                <a:gd name="connsiteY1" fmla="*/ 565362 h 565583"/>
                <a:gd name="connsiteX2" fmla="*/ 1130702 w 1130724"/>
                <a:gd name="connsiteY2" fmla="*/ 565583 h 565583"/>
                <a:gd name="connsiteX3" fmla="*/ 22 w 1130724"/>
                <a:gd name="connsiteY3" fmla="*/ 565583 h 565583"/>
                <a:gd name="connsiteX4" fmla="*/ 0 w 1130724"/>
                <a:gd name="connsiteY4" fmla="*/ 565362 h 565583"/>
                <a:gd name="connsiteX5" fmla="*/ 565362 w 1130724"/>
                <a:gd name="connsiteY5" fmla="*/ 0 h 5655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4" h="565583">
                  <a:moveTo>
                    <a:pt x="565362" y="0"/>
                  </a:moveTo>
                  <a:cubicBezTo>
                    <a:pt x="877603" y="0"/>
                    <a:pt x="1130724" y="253121"/>
                    <a:pt x="1130724" y="565362"/>
                  </a:cubicBezTo>
                  <a:lnTo>
                    <a:pt x="1130702" y="565583"/>
                  </a:lnTo>
                  <a:lnTo>
                    <a:pt x="22" y="565583"/>
                  </a:lnTo>
                  <a:lnTo>
                    <a:pt x="0" y="565362"/>
                  </a:lnTo>
                  <a:cubicBezTo>
                    <a:pt x="0" y="253121"/>
                    <a:pt x="253121" y="0"/>
                    <a:pt x="565362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F04AD70E-5490-4C4E-A05D-D67949C51A74}"/>
                </a:ext>
              </a:extLst>
            </p:cNvPr>
            <p:cNvSpPr/>
            <p:nvPr/>
          </p:nvSpPr>
          <p:spPr>
            <a:xfrm>
              <a:off x="10291392" y="3549390"/>
              <a:ext cx="1130724" cy="113072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128A8883-9F24-0047-92B7-45B3D2E7D9C0}"/>
                </a:ext>
              </a:extLst>
            </p:cNvPr>
            <p:cNvSpPr/>
            <p:nvPr/>
          </p:nvSpPr>
          <p:spPr>
            <a:xfrm>
              <a:off x="10291392" y="2177876"/>
              <a:ext cx="1130724" cy="113072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AC3A3BB-FD2C-FB44-9478-FA87EF229D37}"/>
                </a:ext>
              </a:extLst>
            </p:cNvPr>
            <p:cNvSpPr/>
            <p:nvPr/>
          </p:nvSpPr>
          <p:spPr>
            <a:xfrm>
              <a:off x="10291392" y="806363"/>
              <a:ext cx="1130724" cy="113072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BF46B3B1-E981-BB40-B916-51A6D3851969}"/>
                </a:ext>
              </a:extLst>
            </p:cNvPr>
            <p:cNvSpPr/>
            <p:nvPr/>
          </p:nvSpPr>
          <p:spPr>
            <a:xfrm>
              <a:off x="10291392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EA7DAE92-7D6B-B042-83BE-047C8EC322A0}"/>
                </a:ext>
              </a:extLst>
            </p:cNvPr>
            <p:cNvSpPr/>
            <p:nvPr/>
          </p:nvSpPr>
          <p:spPr>
            <a:xfrm>
              <a:off x="11654256" y="6295201"/>
              <a:ext cx="537744" cy="562799"/>
            </a:xfrm>
            <a:custGeom>
              <a:avLst/>
              <a:gdLst>
                <a:gd name="connsiteX0" fmla="*/ 537744 w 537744"/>
                <a:gd name="connsiteY0" fmla="*/ 0 h 562799"/>
                <a:gd name="connsiteX1" fmla="*/ 537744 w 537744"/>
                <a:gd name="connsiteY1" fmla="*/ 562799 h 562799"/>
                <a:gd name="connsiteX2" fmla="*/ 22 w 537744"/>
                <a:gd name="connsiteY2" fmla="*/ 562799 h 562799"/>
                <a:gd name="connsiteX3" fmla="*/ 0 w 537744"/>
                <a:gd name="connsiteY3" fmla="*/ 562578 h 562799"/>
                <a:gd name="connsiteX4" fmla="*/ 451422 w 537744"/>
                <a:gd name="connsiteY4" fmla="*/ 8702 h 562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562799">
                  <a:moveTo>
                    <a:pt x="537744" y="0"/>
                  </a:moveTo>
                  <a:lnTo>
                    <a:pt x="537744" y="562799"/>
                  </a:lnTo>
                  <a:lnTo>
                    <a:pt x="22" y="562799"/>
                  </a:lnTo>
                  <a:lnTo>
                    <a:pt x="0" y="562578"/>
                  </a:lnTo>
                  <a:cubicBezTo>
                    <a:pt x="0" y="289367"/>
                    <a:pt x="193796" y="61420"/>
                    <a:pt x="451422" y="870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06AADCE6-4277-EA49-AF23-63B53CA6772A}"/>
                </a:ext>
              </a:extLst>
            </p:cNvPr>
            <p:cNvSpPr/>
            <p:nvPr/>
          </p:nvSpPr>
          <p:spPr>
            <a:xfrm>
              <a:off x="11654256" y="4923687"/>
              <a:ext cx="537744" cy="1125156"/>
            </a:xfrm>
            <a:custGeom>
              <a:avLst/>
              <a:gdLst>
                <a:gd name="connsiteX0" fmla="*/ 537744 w 537744"/>
                <a:gd name="connsiteY0" fmla="*/ 0 h 1125156"/>
                <a:gd name="connsiteX1" fmla="*/ 537744 w 537744"/>
                <a:gd name="connsiteY1" fmla="*/ 1125156 h 1125156"/>
                <a:gd name="connsiteX2" fmla="*/ 451422 w 537744"/>
                <a:gd name="connsiteY2" fmla="*/ 1116454 h 1125156"/>
                <a:gd name="connsiteX3" fmla="*/ 0 w 537744"/>
                <a:gd name="connsiteY3" fmla="*/ 562578 h 1125156"/>
                <a:gd name="connsiteX4" fmla="*/ 451422 w 537744"/>
                <a:gd name="connsiteY4" fmla="*/ 8702 h 1125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1125156">
                  <a:moveTo>
                    <a:pt x="537744" y="0"/>
                  </a:moveTo>
                  <a:lnTo>
                    <a:pt x="537744" y="1125156"/>
                  </a:lnTo>
                  <a:lnTo>
                    <a:pt x="451422" y="1116454"/>
                  </a:lnTo>
                  <a:cubicBezTo>
                    <a:pt x="193796" y="1063736"/>
                    <a:pt x="0" y="835789"/>
                    <a:pt x="0" y="562578"/>
                  </a:cubicBezTo>
                  <a:cubicBezTo>
                    <a:pt x="0" y="289367"/>
                    <a:pt x="193796" y="61420"/>
                    <a:pt x="451422" y="8702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58CEA343-047B-DF4E-A7A8-881C7740EA36}"/>
                </a:ext>
              </a:extLst>
            </p:cNvPr>
            <p:cNvSpPr/>
            <p:nvPr/>
          </p:nvSpPr>
          <p:spPr>
            <a:xfrm>
              <a:off x="11654256" y="3552173"/>
              <a:ext cx="537744" cy="1125156"/>
            </a:xfrm>
            <a:custGeom>
              <a:avLst/>
              <a:gdLst>
                <a:gd name="connsiteX0" fmla="*/ 537744 w 537744"/>
                <a:gd name="connsiteY0" fmla="*/ 0 h 1125156"/>
                <a:gd name="connsiteX1" fmla="*/ 537744 w 537744"/>
                <a:gd name="connsiteY1" fmla="*/ 1125156 h 1125156"/>
                <a:gd name="connsiteX2" fmla="*/ 451422 w 537744"/>
                <a:gd name="connsiteY2" fmla="*/ 1116454 h 1125156"/>
                <a:gd name="connsiteX3" fmla="*/ 0 w 537744"/>
                <a:gd name="connsiteY3" fmla="*/ 562578 h 1125156"/>
                <a:gd name="connsiteX4" fmla="*/ 451422 w 537744"/>
                <a:gd name="connsiteY4" fmla="*/ 8702 h 1125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1125156">
                  <a:moveTo>
                    <a:pt x="537744" y="0"/>
                  </a:moveTo>
                  <a:lnTo>
                    <a:pt x="537744" y="1125156"/>
                  </a:lnTo>
                  <a:lnTo>
                    <a:pt x="451422" y="1116454"/>
                  </a:lnTo>
                  <a:cubicBezTo>
                    <a:pt x="193796" y="1063736"/>
                    <a:pt x="0" y="835789"/>
                    <a:pt x="0" y="562578"/>
                  </a:cubicBezTo>
                  <a:cubicBezTo>
                    <a:pt x="0" y="289367"/>
                    <a:pt x="193796" y="61420"/>
                    <a:pt x="451422" y="870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FCCBAA07-17CE-2740-AA04-AEDA5EAD2796}"/>
                </a:ext>
              </a:extLst>
            </p:cNvPr>
            <p:cNvSpPr/>
            <p:nvPr/>
          </p:nvSpPr>
          <p:spPr>
            <a:xfrm>
              <a:off x="11654256" y="2180659"/>
              <a:ext cx="537744" cy="1125156"/>
            </a:xfrm>
            <a:custGeom>
              <a:avLst/>
              <a:gdLst>
                <a:gd name="connsiteX0" fmla="*/ 537744 w 537744"/>
                <a:gd name="connsiteY0" fmla="*/ 0 h 1125156"/>
                <a:gd name="connsiteX1" fmla="*/ 537744 w 537744"/>
                <a:gd name="connsiteY1" fmla="*/ 1125156 h 1125156"/>
                <a:gd name="connsiteX2" fmla="*/ 451422 w 537744"/>
                <a:gd name="connsiteY2" fmla="*/ 1116454 h 1125156"/>
                <a:gd name="connsiteX3" fmla="*/ 0 w 537744"/>
                <a:gd name="connsiteY3" fmla="*/ 562578 h 1125156"/>
                <a:gd name="connsiteX4" fmla="*/ 451422 w 537744"/>
                <a:gd name="connsiteY4" fmla="*/ 8702 h 1125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1125156">
                  <a:moveTo>
                    <a:pt x="537744" y="0"/>
                  </a:moveTo>
                  <a:lnTo>
                    <a:pt x="537744" y="1125156"/>
                  </a:lnTo>
                  <a:lnTo>
                    <a:pt x="451422" y="1116454"/>
                  </a:lnTo>
                  <a:cubicBezTo>
                    <a:pt x="193796" y="1063736"/>
                    <a:pt x="0" y="835789"/>
                    <a:pt x="0" y="562578"/>
                  </a:cubicBezTo>
                  <a:cubicBezTo>
                    <a:pt x="0" y="289367"/>
                    <a:pt x="193796" y="61420"/>
                    <a:pt x="451422" y="870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BF15C430-7951-6040-BD4C-4E996E94480E}"/>
                </a:ext>
              </a:extLst>
            </p:cNvPr>
            <p:cNvSpPr/>
            <p:nvPr/>
          </p:nvSpPr>
          <p:spPr>
            <a:xfrm>
              <a:off x="11654256" y="809146"/>
              <a:ext cx="537744" cy="1125156"/>
            </a:xfrm>
            <a:custGeom>
              <a:avLst/>
              <a:gdLst>
                <a:gd name="connsiteX0" fmla="*/ 537744 w 537744"/>
                <a:gd name="connsiteY0" fmla="*/ 0 h 1125156"/>
                <a:gd name="connsiteX1" fmla="*/ 537744 w 537744"/>
                <a:gd name="connsiteY1" fmla="*/ 1125156 h 1125156"/>
                <a:gd name="connsiteX2" fmla="*/ 451422 w 537744"/>
                <a:gd name="connsiteY2" fmla="*/ 1116454 h 1125156"/>
                <a:gd name="connsiteX3" fmla="*/ 0 w 537744"/>
                <a:gd name="connsiteY3" fmla="*/ 562578 h 1125156"/>
                <a:gd name="connsiteX4" fmla="*/ 451422 w 537744"/>
                <a:gd name="connsiteY4" fmla="*/ 8702 h 1125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1125156">
                  <a:moveTo>
                    <a:pt x="537744" y="0"/>
                  </a:moveTo>
                  <a:lnTo>
                    <a:pt x="537744" y="1125156"/>
                  </a:lnTo>
                  <a:lnTo>
                    <a:pt x="451422" y="1116454"/>
                  </a:lnTo>
                  <a:cubicBezTo>
                    <a:pt x="193796" y="1063736"/>
                    <a:pt x="0" y="835789"/>
                    <a:pt x="0" y="562578"/>
                  </a:cubicBezTo>
                  <a:cubicBezTo>
                    <a:pt x="0" y="289367"/>
                    <a:pt x="193796" y="61420"/>
                    <a:pt x="451422" y="8702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5" name="Freeform 34">
              <a:extLst>
                <a:ext uri="{FF2B5EF4-FFF2-40B4-BE49-F238E27FC236}">
                  <a16:creationId xmlns:a16="http://schemas.microsoft.com/office/drawing/2014/main" id="{0B3467F9-370D-5C4C-9EDE-E0CA0E401568}"/>
                </a:ext>
              </a:extLst>
            </p:cNvPr>
            <p:cNvSpPr/>
            <p:nvPr/>
          </p:nvSpPr>
          <p:spPr>
            <a:xfrm>
              <a:off x="11654256" y="0"/>
              <a:ext cx="537744" cy="562788"/>
            </a:xfrm>
            <a:custGeom>
              <a:avLst/>
              <a:gdLst>
                <a:gd name="connsiteX0" fmla="*/ 21 w 537744"/>
                <a:gd name="connsiteY0" fmla="*/ 0 h 562788"/>
                <a:gd name="connsiteX1" fmla="*/ 537744 w 537744"/>
                <a:gd name="connsiteY1" fmla="*/ 0 h 562788"/>
                <a:gd name="connsiteX2" fmla="*/ 537744 w 537744"/>
                <a:gd name="connsiteY2" fmla="*/ 562788 h 562788"/>
                <a:gd name="connsiteX3" fmla="*/ 451422 w 537744"/>
                <a:gd name="connsiteY3" fmla="*/ 554086 h 562788"/>
                <a:gd name="connsiteX4" fmla="*/ 0 w 537744"/>
                <a:gd name="connsiteY4" fmla="*/ 211 h 562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562788">
                  <a:moveTo>
                    <a:pt x="21" y="0"/>
                  </a:moveTo>
                  <a:lnTo>
                    <a:pt x="537744" y="0"/>
                  </a:lnTo>
                  <a:lnTo>
                    <a:pt x="537744" y="562788"/>
                  </a:lnTo>
                  <a:lnTo>
                    <a:pt x="451422" y="554086"/>
                  </a:lnTo>
                  <a:cubicBezTo>
                    <a:pt x="193796" y="501368"/>
                    <a:pt x="0" y="273421"/>
                    <a:pt x="0" y="21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652A1E4-52BA-534C-AECC-35C3CF44F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315675-65B4-E14F-9785-663A83B7B6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676A1E-2332-684F-BDD2-687C166BDE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0A250-5CC0-1746-B209-08E8B0DAE6AF}" type="datetimeFigureOut">
              <a:rPr lang="en-US" smtClean="0"/>
              <a:t>3/11/2025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BB8CB0-B7BE-7D4F-B254-8A2F8AEC27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E5A569-A063-8E40-B703-82B11D2A98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087169" y="6141085"/>
            <a:ext cx="813816" cy="365125"/>
          </a:xfrm>
        </p:spPr>
        <p:txBody>
          <a:bodyPr/>
          <a:lstStyle/>
          <a:p>
            <a:fld id="{49ABCAEC-7D34-E549-A96E-FCEDAADBE4B0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231D73A-BA91-794F-8C09-4F4B41A6D08B}"/>
              </a:ext>
            </a:extLst>
          </p:cNvPr>
          <p:cNvCxnSpPr>
            <a:cxnSpLocks/>
          </p:cNvCxnSpPr>
          <p:nvPr/>
        </p:nvCxnSpPr>
        <p:spPr>
          <a:xfrm>
            <a:off x="565150" y="6087110"/>
            <a:ext cx="7335835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73585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>
            <a:extLst>
              <a:ext uri="{FF2B5EF4-FFF2-40B4-BE49-F238E27FC236}">
                <a16:creationId xmlns:a16="http://schemas.microsoft.com/office/drawing/2014/main" id="{3ABDDED5-B489-454D-A72D-46C9473AB018}"/>
              </a:ext>
            </a:extLst>
          </p:cNvPr>
          <p:cNvGrpSpPr/>
          <p:nvPr/>
        </p:nvGrpSpPr>
        <p:grpSpPr>
          <a:xfrm>
            <a:off x="6201388" y="0"/>
            <a:ext cx="5990612" cy="6858001"/>
            <a:chOff x="6201388" y="0"/>
            <a:chExt cx="5990612" cy="6858001"/>
          </a:xfrm>
        </p:grpSpPr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E6338A9A-49A1-B04D-B479-43604A5CD6D5}"/>
                </a:ext>
              </a:extLst>
            </p:cNvPr>
            <p:cNvSpPr/>
            <p:nvPr/>
          </p:nvSpPr>
          <p:spPr>
            <a:xfrm>
              <a:off x="6201388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3151B6D8-101B-F34D-992A-1668DB5D0067}"/>
                </a:ext>
              </a:extLst>
            </p:cNvPr>
            <p:cNvSpPr/>
            <p:nvPr/>
          </p:nvSpPr>
          <p:spPr>
            <a:xfrm>
              <a:off x="6201389" y="1"/>
              <a:ext cx="1130725" cy="565575"/>
            </a:xfrm>
            <a:custGeom>
              <a:avLst/>
              <a:gdLst>
                <a:gd name="connsiteX0" fmla="*/ 21 w 1130725"/>
                <a:gd name="connsiteY0" fmla="*/ 0 h 565575"/>
                <a:gd name="connsiteX1" fmla="*/ 1130704 w 1130725"/>
                <a:gd name="connsiteY1" fmla="*/ 0 h 565575"/>
                <a:gd name="connsiteX2" fmla="*/ 1130725 w 1130725"/>
                <a:gd name="connsiteY2" fmla="*/ 213 h 565575"/>
                <a:gd name="connsiteX3" fmla="*/ 565362 w 1130725"/>
                <a:gd name="connsiteY3" fmla="*/ 565575 h 565575"/>
                <a:gd name="connsiteX4" fmla="*/ 0 w 1130725"/>
                <a:gd name="connsiteY4" fmla="*/ 213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5" h="565575">
                  <a:moveTo>
                    <a:pt x="21" y="0"/>
                  </a:moveTo>
                  <a:lnTo>
                    <a:pt x="1130704" y="0"/>
                  </a:lnTo>
                  <a:lnTo>
                    <a:pt x="1130725" y="213"/>
                  </a:lnTo>
                  <a:cubicBezTo>
                    <a:pt x="1130725" y="312454"/>
                    <a:pt x="877604" y="565575"/>
                    <a:pt x="565362" y="565575"/>
                  </a:cubicBezTo>
                  <a:cubicBezTo>
                    <a:pt x="253121" y="565575"/>
                    <a:pt x="0" y="312454"/>
                    <a:pt x="0" y="21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21D4DE71-EB1A-E74C-9364-5FEC5377F4EF}"/>
                </a:ext>
              </a:extLst>
            </p:cNvPr>
            <p:cNvSpPr/>
            <p:nvPr/>
          </p:nvSpPr>
          <p:spPr>
            <a:xfrm>
              <a:off x="7564255" y="6292426"/>
              <a:ext cx="1130723" cy="565575"/>
            </a:xfrm>
            <a:custGeom>
              <a:avLst/>
              <a:gdLst>
                <a:gd name="connsiteX0" fmla="*/ 565362 w 1130723"/>
                <a:gd name="connsiteY0" fmla="*/ 0 h 565575"/>
                <a:gd name="connsiteX1" fmla="*/ 1130723 w 1130723"/>
                <a:gd name="connsiteY1" fmla="*/ 565362 h 565575"/>
                <a:gd name="connsiteX2" fmla="*/ 1130702 w 1130723"/>
                <a:gd name="connsiteY2" fmla="*/ 565575 h 565575"/>
                <a:gd name="connsiteX3" fmla="*/ 21 w 1130723"/>
                <a:gd name="connsiteY3" fmla="*/ 565575 h 565575"/>
                <a:gd name="connsiteX4" fmla="*/ 0 w 1130723"/>
                <a:gd name="connsiteY4" fmla="*/ 565362 h 565575"/>
                <a:gd name="connsiteX5" fmla="*/ 565362 w 1130723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3" h="565575">
                  <a:moveTo>
                    <a:pt x="565362" y="0"/>
                  </a:moveTo>
                  <a:cubicBezTo>
                    <a:pt x="877602" y="0"/>
                    <a:pt x="1130723" y="253121"/>
                    <a:pt x="1130723" y="565362"/>
                  </a:cubicBezTo>
                  <a:lnTo>
                    <a:pt x="1130702" y="565575"/>
                  </a:lnTo>
                  <a:lnTo>
                    <a:pt x="21" y="565575"/>
                  </a:lnTo>
                  <a:lnTo>
                    <a:pt x="0" y="565362"/>
                  </a:lnTo>
                  <a:cubicBezTo>
                    <a:pt x="0" y="253121"/>
                    <a:pt x="253120" y="0"/>
                    <a:pt x="565362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BD99A5CD-9D3A-DA46-AD96-34B9DB522051}"/>
                </a:ext>
              </a:extLst>
            </p:cNvPr>
            <p:cNvSpPr/>
            <p:nvPr/>
          </p:nvSpPr>
          <p:spPr>
            <a:xfrm>
              <a:off x="7564253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E6537DF9-74F2-924C-9B63-22B100C80C92}"/>
                </a:ext>
              </a:extLst>
            </p:cNvPr>
            <p:cNvSpPr/>
            <p:nvPr/>
          </p:nvSpPr>
          <p:spPr>
            <a:xfrm>
              <a:off x="7564253" y="2177881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D7655457-8E4D-F34C-A595-66A45E9C3A1F}"/>
                </a:ext>
              </a:extLst>
            </p:cNvPr>
            <p:cNvSpPr/>
            <p:nvPr/>
          </p:nvSpPr>
          <p:spPr>
            <a:xfrm>
              <a:off x="7564253" y="806366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Freeform 45">
              <a:extLst>
                <a:ext uri="{FF2B5EF4-FFF2-40B4-BE49-F238E27FC236}">
                  <a16:creationId xmlns:a16="http://schemas.microsoft.com/office/drawing/2014/main" id="{FB0E8D2C-8947-E44C-BC5F-F81B083DAA3E}"/>
                </a:ext>
              </a:extLst>
            </p:cNvPr>
            <p:cNvSpPr/>
            <p:nvPr/>
          </p:nvSpPr>
          <p:spPr>
            <a:xfrm>
              <a:off x="7564254" y="1"/>
              <a:ext cx="1130725" cy="565575"/>
            </a:xfrm>
            <a:custGeom>
              <a:avLst/>
              <a:gdLst>
                <a:gd name="connsiteX0" fmla="*/ 21 w 1130725"/>
                <a:gd name="connsiteY0" fmla="*/ 0 h 565575"/>
                <a:gd name="connsiteX1" fmla="*/ 1130704 w 1130725"/>
                <a:gd name="connsiteY1" fmla="*/ 0 h 565575"/>
                <a:gd name="connsiteX2" fmla="*/ 1130725 w 1130725"/>
                <a:gd name="connsiteY2" fmla="*/ 213 h 565575"/>
                <a:gd name="connsiteX3" fmla="*/ 565363 w 1130725"/>
                <a:gd name="connsiteY3" fmla="*/ 565575 h 565575"/>
                <a:gd name="connsiteX4" fmla="*/ 0 w 1130725"/>
                <a:gd name="connsiteY4" fmla="*/ 213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5" h="565575">
                  <a:moveTo>
                    <a:pt x="21" y="0"/>
                  </a:moveTo>
                  <a:lnTo>
                    <a:pt x="1130704" y="0"/>
                  </a:lnTo>
                  <a:lnTo>
                    <a:pt x="1130725" y="213"/>
                  </a:lnTo>
                  <a:cubicBezTo>
                    <a:pt x="1130725" y="312454"/>
                    <a:pt x="877603" y="565575"/>
                    <a:pt x="565363" y="565575"/>
                  </a:cubicBezTo>
                  <a:cubicBezTo>
                    <a:pt x="253121" y="565575"/>
                    <a:pt x="0" y="312454"/>
                    <a:pt x="0" y="21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7" name="Freeform 46">
              <a:extLst>
                <a:ext uri="{FF2B5EF4-FFF2-40B4-BE49-F238E27FC236}">
                  <a16:creationId xmlns:a16="http://schemas.microsoft.com/office/drawing/2014/main" id="{ED57F45D-85B8-AC49-A2BA-E941F1BE7F15}"/>
                </a:ext>
              </a:extLst>
            </p:cNvPr>
            <p:cNvSpPr/>
            <p:nvPr/>
          </p:nvSpPr>
          <p:spPr>
            <a:xfrm>
              <a:off x="8927118" y="6292426"/>
              <a:ext cx="1130724" cy="565575"/>
            </a:xfrm>
            <a:custGeom>
              <a:avLst/>
              <a:gdLst>
                <a:gd name="connsiteX0" fmla="*/ 565362 w 1130724"/>
                <a:gd name="connsiteY0" fmla="*/ 0 h 565575"/>
                <a:gd name="connsiteX1" fmla="*/ 1130724 w 1130724"/>
                <a:gd name="connsiteY1" fmla="*/ 565362 h 565575"/>
                <a:gd name="connsiteX2" fmla="*/ 1130703 w 1130724"/>
                <a:gd name="connsiteY2" fmla="*/ 565575 h 565575"/>
                <a:gd name="connsiteX3" fmla="*/ 22 w 1130724"/>
                <a:gd name="connsiteY3" fmla="*/ 565575 h 565575"/>
                <a:gd name="connsiteX4" fmla="*/ 0 w 1130724"/>
                <a:gd name="connsiteY4" fmla="*/ 565362 h 565575"/>
                <a:gd name="connsiteX5" fmla="*/ 565362 w 1130724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4" h="565575">
                  <a:moveTo>
                    <a:pt x="565362" y="0"/>
                  </a:moveTo>
                  <a:cubicBezTo>
                    <a:pt x="877603" y="0"/>
                    <a:pt x="1130724" y="253121"/>
                    <a:pt x="1130724" y="565362"/>
                  </a:cubicBezTo>
                  <a:lnTo>
                    <a:pt x="1130703" y="565575"/>
                  </a:lnTo>
                  <a:lnTo>
                    <a:pt x="22" y="565575"/>
                  </a:lnTo>
                  <a:lnTo>
                    <a:pt x="0" y="565362"/>
                  </a:lnTo>
                  <a:cubicBezTo>
                    <a:pt x="0" y="253121"/>
                    <a:pt x="253121" y="0"/>
                    <a:pt x="5653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DA576359-CAE3-634C-8DF8-A834BCD7D668}"/>
                </a:ext>
              </a:extLst>
            </p:cNvPr>
            <p:cNvSpPr/>
            <p:nvPr/>
          </p:nvSpPr>
          <p:spPr>
            <a:xfrm>
              <a:off x="8927118" y="4920911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16343F35-6601-BD4A-B9A5-25361D0453D2}"/>
                </a:ext>
              </a:extLst>
            </p:cNvPr>
            <p:cNvSpPr/>
            <p:nvPr/>
          </p:nvSpPr>
          <p:spPr>
            <a:xfrm>
              <a:off x="8927118" y="3549396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5ED1C169-DCD9-9C4B-91B1-519621155A64}"/>
                </a:ext>
              </a:extLst>
            </p:cNvPr>
            <p:cNvSpPr/>
            <p:nvPr/>
          </p:nvSpPr>
          <p:spPr>
            <a:xfrm>
              <a:off x="8927118" y="2177881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32328AC7-E0BC-0E46-A25B-11D523EC8100}"/>
                </a:ext>
              </a:extLst>
            </p:cNvPr>
            <p:cNvSpPr/>
            <p:nvPr/>
          </p:nvSpPr>
          <p:spPr>
            <a:xfrm>
              <a:off x="8927118" y="80636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Freeform 51">
              <a:extLst>
                <a:ext uri="{FF2B5EF4-FFF2-40B4-BE49-F238E27FC236}">
                  <a16:creationId xmlns:a16="http://schemas.microsoft.com/office/drawing/2014/main" id="{32BBE02A-588F-6C4D-B310-694098C6A340}"/>
                </a:ext>
              </a:extLst>
            </p:cNvPr>
            <p:cNvSpPr/>
            <p:nvPr/>
          </p:nvSpPr>
          <p:spPr>
            <a:xfrm>
              <a:off x="8927117" y="0"/>
              <a:ext cx="1130726" cy="565576"/>
            </a:xfrm>
            <a:custGeom>
              <a:avLst/>
              <a:gdLst>
                <a:gd name="connsiteX0" fmla="*/ 22 w 1130726"/>
                <a:gd name="connsiteY0" fmla="*/ 0 h 565576"/>
                <a:gd name="connsiteX1" fmla="*/ 1130704 w 1130726"/>
                <a:gd name="connsiteY1" fmla="*/ 0 h 565576"/>
                <a:gd name="connsiteX2" fmla="*/ 1130726 w 1130726"/>
                <a:gd name="connsiteY2" fmla="*/ 214 h 565576"/>
                <a:gd name="connsiteX3" fmla="*/ 565363 w 1130726"/>
                <a:gd name="connsiteY3" fmla="*/ 565576 h 565576"/>
                <a:gd name="connsiteX4" fmla="*/ 0 w 1130726"/>
                <a:gd name="connsiteY4" fmla="*/ 214 h 565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6" h="565576">
                  <a:moveTo>
                    <a:pt x="22" y="0"/>
                  </a:moveTo>
                  <a:lnTo>
                    <a:pt x="1130704" y="0"/>
                  </a:lnTo>
                  <a:lnTo>
                    <a:pt x="1130726" y="214"/>
                  </a:lnTo>
                  <a:cubicBezTo>
                    <a:pt x="1130726" y="312455"/>
                    <a:pt x="877604" y="565576"/>
                    <a:pt x="565363" y="565576"/>
                  </a:cubicBezTo>
                  <a:cubicBezTo>
                    <a:pt x="253122" y="565576"/>
                    <a:pt x="0" y="312455"/>
                    <a:pt x="0" y="2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3" name="Freeform 52">
              <a:extLst>
                <a:ext uri="{FF2B5EF4-FFF2-40B4-BE49-F238E27FC236}">
                  <a16:creationId xmlns:a16="http://schemas.microsoft.com/office/drawing/2014/main" id="{6751D5A0-C90A-0A44-8654-CFE1B719B353}"/>
                </a:ext>
              </a:extLst>
            </p:cNvPr>
            <p:cNvSpPr/>
            <p:nvPr/>
          </p:nvSpPr>
          <p:spPr>
            <a:xfrm>
              <a:off x="10289984" y="6292426"/>
              <a:ext cx="1130724" cy="565575"/>
            </a:xfrm>
            <a:custGeom>
              <a:avLst/>
              <a:gdLst>
                <a:gd name="connsiteX0" fmla="*/ 565362 w 1130724"/>
                <a:gd name="connsiteY0" fmla="*/ 0 h 565575"/>
                <a:gd name="connsiteX1" fmla="*/ 1130724 w 1130724"/>
                <a:gd name="connsiteY1" fmla="*/ 565362 h 565575"/>
                <a:gd name="connsiteX2" fmla="*/ 1130703 w 1130724"/>
                <a:gd name="connsiteY2" fmla="*/ 565575 h 565575"/>
                <a:gd name="connsiteX3" fmla="*/ 21 w 1130724"/>
                <a:gd name="connsiteY3" fmla="*/ 565575 h 565575"/>
                <a:gd name="connsiteX4" fmla="*/ 0 w 1130724"/>
                <a:gd name="connsiteY4" fmla="*/ 565362 h 565575"/>
                <a:gd name="connsiteX5" fmla="*/ 565362 w 1130724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4" h="565575">
                  <a:moveTo>
                    <a:pt x="565362" y="0"/>
                  </a:moveTo>
                  <a:cubicBezTo>
                    <a:pt x="877603" y="0"/>
                    <a:pt x="1130724" y="253121"/>
                    <a:pt x="1130724" y="565362"/>
                  </a:cubicBezTo>
                  <a:lnTo>
                    <a:pt x="1130703" y="565575"/>
                  </a:lnTo>
                  <a:lnTo>
                    <a:pt x="21" y="565575"/>
                  </a:lnTo>
                  <a:lnTo>
                    <a:pt x="0" y="565362"/>
                  </a:lnTo>
                  <a:cubicBezTo>
                    <a:pt x="0" y="253121"/>
                    <a:pt x="253121" y="0"/>
                    <a:pt x="565362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0F0FA086-0D80-B74A-9B37-5EACDE30D61F}"/>
                </a:ext>
              </a:extLst>
            </p:cNvPr>
            <p:cNvSpPr/>
            <p:nvPr/>
          </p:nvSpPr>
          <p:spPr>
            <a:xfrm>
              <a:off x="10289984" y="4920911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7022E302-2A55-8844-A50B-DC16D075E16B}"/>
                </a:ext>
              </a:extLst>
            </p:cNvPr>
            <p:cNvSpPr/>
            <p:nvPr/>
          </p:nvSpPr>
          <p:spPr>
            <a:xfrm>
              <a:off x="10289984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F4B325F5-A048-2843-A40B-3B2B31ECED76}"/>
                </a:ext>
              </a:extLst>
            </p:cNvPr>
            <p:cNvSpPr/>
            <p:nvPr/>
          </p:nvSpPr>
          <p:spPr>
            <a:xfrm>
              <a:off x="10289984" y="80636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7707B616-7E85-5442-B46B-AF9426A7A0E9}"/>
                </a:ext>
              </a:extLst>
            </p:cNvPr>
            <p:cNvSpPr/>
            <p:nvPr/>
          </p:nvSpPr>
          <p:spPr>
            <a:xfrm>
              <a:off x="10289983" y="0"/>
              <a:ext cx="1130726" cy="565576"/>
            </a:xfrm>
            <a:custGeom>
              <a:avLst/>
              <a:gdLst>
                <a:gd name="connsiteX0" fmla="*/ 21 w 1130726"/>
                <a:gd name="connsiteY0" fmla="*/ 0 h 565576"/>
                <a:gd name="connsiteX1" fmla="*/ 1130704 w 1130726"/>
                <a:gd name="connsiteY1" fmla="*/ 0 h 565576"/>
                <a:gd name="connsiteX2" fmla="*/ 1130726 w 1130726"/>
                <a:gd name="connsiteY2" fmla="*/ 214 h 565576"/>
                <a:gd name="connsiteX3" fmla="*/ 565363 w 1130726"/>
                <a:gd name="connsiteY3" fmla="*/ 565576 h 565576"/>
                <a:gd name="connsiteX4" fmla="*/ 0 w 1130726"/>
                <a:gd name="connsiteY4" fmla="*/ 214 h 565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6" h="565576">
                  <a:moveTo>
                    <a:pt x="21" y="0"/>
                  </a:moveTo>
                  <a:lnTo>
                    <a:pt x="1130704" y="0"/>
                  </a:lnTo>
                  <a:lnTo>
                    <a:pt x="1130726" y="214"/>
                  </a:lnTo>
                  <a:cubicBezTo>
                    <a:pt x="1130726" y="312455"/>
                    <a:pt x="877604" y="565576"/>
                    <a:pt x="565363" y="565576"/>
                  </a:cubicBezTo>
                  <a:cubicBezTo>
                    <a:pt x="253122" y="565576"/>
                    <a:pt x="0" y="312455"/>
                    <a:pt x="0" y="2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8" name="Freeform 57">
              <a:extLst>
                <a:ext uri="{FF2B5EF4-FFF2-40B4-BE49-F238E27FC236}">
                  <a16:creationId xmlns:a16="http://schemas.microsoft.com/office/drawing/2014/main" id="{08914A00-D181-5847-A150-77CE67F94369}"/>
                </a:ext>
              </a:extLst>
            </p:cNvPr>
            <p:cNvSpPr/>
            <p:nvPr/>
          </p:nvSpPr>
          <p:spPr>
            <a:xfrm>
              <a:off x="11652854" y="6295069"/>
              <a:ext cx="539146" cy="562931"/>
            </a:xfrm>
            <a:custGeom>
              <a:avLst/>
              <a:gdLst>
                <a:gd name="connsiteX0" fmla="*/ 539146 w 539146"/>
                <a:gd name="connsiteY0" fmla="*/ 0 h 562931"/>
                <a:gd name="connsiteX1" fmla="*/ 539146 w 539146"/>
                <a:gd name="connsiteY1" fmla="*/ 562931 h 562931"/>
                <a:gd name="connsiteX2" fmla="*/ 21 w 539146"/>
                <a:gd name="connsiteY2" fmla="*/ 562931 h 562931"/>
                <a:gd name="connsiteX3" fmla="*/ 0 w 539146"/>
                <a:gd name="connsiteY3" fmla="*/ 562719 h 562931"/>
                <a:gd name="connsiteX4" fmla="*/ 451422 w 539146"/>
                <a:gd name="connsiteY4" fmla="*/ 8843 h 5629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6" h="562931">
                  <a:moveTo>
                    <a:pt x="539146" y="0"/>
                  </a:moveTo>
                  <a:lnTo>
                    <a:pt x="539146" y="562931"/>
                  </a:lnTo>
                  <a:lnTo>
                    <a:pt x="21" y="562931"/>
                  </a:lnTo>
                  <a:lnTo>
                    <a:pt x="0" y="562719"/>
                  </a:lnTo>
                  <a:cubicBezTo>
                    <a:pt x="0" y="289508"/>
                    <a:pt x="193796" y="61561"/>
                    <a:pt x="451422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9" name="Freeform 58">
              <a:extLst>
                <a:ext uri="{FF2B5EF4-FFF2-40B4-BE49-F238E27FC236}">
                  <a16:creationId xmlns:a16="http://schemas.microsoft.com/office/drawing/2014/main" id="{DAF2D976-5F49-2848-B465-C85708A6D706}"/>
                </a:ext>
              </a:extLst>
            </p:cNvPr>
            <p:cNvSpPr/>
            <p:nvPr/>
          </p:nvSpPr>
          <p:spPr>
            <a:xfrm>
              <a:off x="11652853" y="4923555"/>
              <a:ext cx="539147" cy="1125439"/>
            </a:xfrm>
            <a:custGeom>
              <a:avLst/>
              <a:gdLst>
                <a:gd name="connsiteX0" fmla="*/ 539147 w 539147"/>
                <a:gd name="connsiteY0" fmla="*/ 0 h 1125439"/>
                <a:gd name="connsiteX1" fmla="*/ 539147 w 539147"/>
                <a:gd name="connsiteY1" fmla="*/ 1125439 h 1125439"/>
                <a:gd name="connsiteX2" fmla="*/ 451423 w 539147"/>
                <a:gd name="connsiteY2" fmla="*/ 1116595 h 1125439"/>
                <a:gd name="connsiteX3" fmla="*/ 0 w 539147"/>
                <a:gd name="connsiteY3" fmla="*/ 562719 h 1125439"/>
                <a:gd name="connsiteX4" fmla="*/ 451423 w 539147"/>
                <a:gd name="connsiteY4" fmla="*/ 8843 h 1125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9">
                  <a:moveTo>
                    <a:pt x="539147" y="0"/>
                  </a:moveTo>
                  <a:lnTo>
                    <a:pt x="539147" y="1125439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5E333474-B850-354C-A2E2-01735C948D47}"/>
                </a:ext>
              </a:extLst>
            </p:cNvPr>
            <p:cNvSpPr/>
            <p:nvPr/>
          </p:nvSpPr>
          <p:spPr>
            <a:xfrm>
              <a:off x="11652853" y="3552039"/>
              <a:ext cx="539147" cy="1125438"/>
            </a:xfrm>
            <a:custGeom>
              <a:avLst/>
              <a:gdLst>
                <a:gd name="connsiteX0" fmla="*/ 539147 w 539147"/>
                <a:gd name="connsiteY0" fmla="*/ 0 h 1125438"/>
                <a:gd name="connsiteX1" fmla="*/ 539147 w 539147"/>
                <a:gd name="connsiteY1" fmla="*/ 1125438 h 1125438"/>
                <a:gd name="connsiteX2" fmla="*/ 451423 w 539147"/>
                <a:gd name="connsiteY2" fmla="*/ 1116595 h 1125438"/>
                <a:gd name="connsiteX3" fmla="*/ 0 w 539147"/>
                <a:gd name="connsiteY3" fmla="*/ 562719 h 1125438"/>
                <a:gd name="connsiteX4" fmla="*/ 451423 w 539147"/>
                <a:gd name="connsiteY4" fmla="*/ 8843 h 1125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8">
                  <a:moveTo>
                    <a:pt x="539147" y="0"/>
                  </a:moveTo>
                  <a:lnTo>
                    <a:pt x="539147" y="1125438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BC25646C-71B3-4A44-A4FE-C3CABE5580BB}"/>
                </a:ext>
              </a:extLst>
            </p:cNvPr>
            <p:cNvSpPr/>
            <p:nvPr/>
          </p:nvSpPr>
          <p:spPr>
            <a:xfrm>
              <a:off x="11652853" y="2180524"/>
              <a:ext cx="539147" cy="1125438"/>
            </a:xfrm>
            <a:custGeom>
              <a:avLst/>
              <a:gdLst>
                <a:gd name="connsiteX0" fmla="*/ 539147 w 539147"/>
                <a:gd name="connsiteY0" fmla="*/ 0 h 1125438"/>
                <a:gd name="connsiteX1" fmla="*/ 539147 w 539147"/>
                <a:gd name="connsiteY1" fmla="*/ 1125438 h 1125438"/>
                <a:gd name="connsiteX2" fmla="*/ 451423 w 539147"/>
                <a:gd name="connsiteY2" fmla="*/ 1116595 h 1125438"/>
                <a:gd name="connsiteX3" fmla="*/ 0 w 539147"/>
                <a:gd name="connsiteY3" fmla="*/ 562719 h 1125438"/>
                <a:gd name="connsiteX4" fmla="*/ 451423 w 539147"/>
                <a:gd name="connsiteY4" fmla="*/ 8843 h 1125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8">
                  <a:moveTo>
                    <a:pt x="539147" y="0"/>
                  </a:moveTo>
                  <a:lnTo>
                    <a:pt x="539147" y="1125438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9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B598CFE9-67EE-E342-9EF7-F40A1E0BE59E}"/>
                </a:ext>
              </a:extLst>
            </p:cNvPr>
            <p:cNvSpPr/>
            <p:nvPr/>
          </p:nvSpPr>
          <p:spPr>
            <a:xfrm>
              <a:off x="11652853" y="809010"/>
              <a:ext cx="539147" cy="1125439"/>
            </a:xfrm>
            <a:custGeom>
              <a:avLst/>
              <a:gdLst>
                <a:gd name="connsiteX0" fmla="*/ 539147 w 539147"/>
                <a:gd name="connsiteY0" fmla="*/ 0 h 1125439"/>
                <a:gd name="connsiteX1" fmla="*/ 539147 w 539147"/>
                <a:gd name="connsiteY1" fmla="*/ 1125439 h 1125439"/>
                <a:gd name="connsiteX2" fmla="*/ 451423 w 539147"/>
                <a:gd name="connsiteY2" fmla="*/ 1116595 h 1125439"/>
                <a:gd name="connsiteX3" fmla="*/ 0 w 539147"/>
                <a:gd name="connsiteY3" fmla="*/ 562719 h 1125439"/>
                <a:gd name="connsiteX4" fmla="*/ 451423 w 539147"/>
                <a:gd name="connsiteY4" fmla="*/ 8843 h 1125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9">
                  <a:moveTo>
                    <a:pt x="539147" y="0"/>
                  </a:moveTo>
                  <a:lnTo>
                    <a:pt x="539147" y="1125439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1E29AD13-94FE-1349-A28E-10F6E780F510}"/>
                </a:ext>
              </a:extLst>
            </p:cNvPr>
            <p:cNvSpPr/>
            <p:nvPr/>
          </p:nvSpPr>
          <p:spPr>
            <a:xfrm>
              <a:off x="11652853" y="1"/>
              <a:ext cx="539147" cy="562933"/>
            </a:xfrm>
            <a:custGeom>
              <a:avLst/>
              <a:gdLst>
                <a:gd name="connsiteX0" fmla="*/ 22 w 539147"/>
                <a:gd name="connsiteY0" fmla="*/ 0 h 562933"/>
                <a:gd name="connsiteX1" fmla="*/ 539147 w 539147"/>
                <a:gd name="connsiteY1" fmla="*/ 0 h 562933"/>
                <a:gd name="connsiteX2" fmla="*/ 539147 w 539147"/>
                <a:gd name="connsiteY2" fmla="*/ 562933 h 562933"/>
                <a:gd name="connsiteX3" fmla="*/ 451423 w 539147"/>
                <a:gd name="connsiteY3" fmla="*/ 554090 h 562933"/>
                <a:gd name="connsiteX4" fmla="*/ 0 w 539147"/>
                <a:gd name="connsiteY4" fmla="*/ 214 h 562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562933">
                  <a:moveTo>
                    <a:pt x="22" y="0"/>
                  </a:moveTo>
                  <a:lnTo>
                    <a:pt x="539147" y="0"/>
                  </a:lnTo>
                  <a:lnTo>
                    <a:pt x="539147" y="562933"/>
                  </a:lnTo>
                  <a:lnTo>
                    <a:pt x="451423" y="554090"/>
                  </a:lnTo>
                  <a:cubicBezTo>
                    <a:pt x="193797" y="501372"/>
                    <a:pt x="0" y="273425"/>
                    <a:pt x="0" y="2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650648E-B4D5-4145-84E7-46B5793EA6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0" y="768351"/>
            <a:ext cx="5066001" cy="2334768"/>
          </a:xfrm>
        </p:spPr>
        <p:txBody>
          <a:bodyPr anchor="t"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3B92A6-7558-3148-B855-5BC58B4159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5150" y="4255453"/>
            <a:ext cx="5066001" cy="1500187"/>
          </a:xfrm>
        </p:spPr>
        <p:txBody>
          <a:bodyPr anchor="b"/>
          <a:lstStyle>
            <a:lvl1pPr marL="0" indent="0">
              <a:buNone/>
              <a:defRPr sz="2400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A0B541-D211-974B-97FE-C1F9473ABE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0A250-5CC0-1746-B209-08E8B0DAE6AF}" type="datetimeFigureOut">
              <a:rPr lang="en-US" smtClean="0"/>
              <a:t>3/11/2025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727FB0-D95A-D543-8E29-6E5F22B49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9C4404-F49D-9F48-A10B-1F60870B4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17335" y="6141085"/>
            <a:ext cx="813816" cy="365125"/>
          </a:xfrm>
        </p:spPr>
        <p:txBody>
          <a:bodyPr/>
          <a:lstStyle/>
          <a:p>
            <a:fld id="{49ABCAEC-7D34-E549-A96E-FCEDAADBE4B0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D6A1FD1-D82F-3141-8687-8D7C0631C215}"/>
              </a:ext>
            </a:extLst>
          </p:cNvPr>
          <p:cNvCxnSpPr>
            <a:cxnSpLocks/>
          </p:cNvCxnSpPr>
          <p:nvPr/>
        </p:nvCxnSpPr>
        <p:spPr>
          <a:xfrm>
            <a:off x="565150" y="6087110"/>
            <a:ext cx="5066001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795417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442ECFEB-12CF-4C4F-BC8A-5816C27CA565}"/>
              </a:ext>
            </a:extLst>
          </p:cNvPr>
          <p:cNvGrpSpPr/>
          <p:nvPr/>
        </p:nvGrpSpPr>
        <p:grpSpPr>
          <a:xfrm>
            <a:off x="10290315" y="0"/>
            <a:ext cx="1901686" cy="6858000"/>
            <a:chOff x="10290315" y="0"/>
            <a:chExt cx="1901686" cy="6858000"/>
          </a:xfrm>
        </p:grpSpPr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626C9482-2804-144B-88B2-0AF191BD757D}"/>
                </a:ext>
              </a:extLst>
            </p:cNvPr>
            <p:cNvSpPr/>
            <p:nvPr/>
          </p:nvSpPr>
          <p:spPr>
            <a:xfrm>
              <a:off x="10290315" y="806362"/>
              <a:ext cx="1130724" cy="113072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71363F79-96BD-9240-86E2-DF26C9C2437D}"/>
                </a:ext>
              </a:extLst>
            </p:cNvPr>
            <p:cNvSpPr/>
            <p:nvPr/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153F0BF1-DA57-1D49-82F0-802F4D385A85}"/>
                </a:ext>
              </a:extLst>
            </p:cNvPr>
            <p:cNvSpPr/>
            <p:nvPr/>
          </p:nvSpPr>
          <p:spPr>
            <a:xfrm>
              <a:off x="11653180" y="6295093"/>
              <a:ext cx="538821" cy="562907"/>
            </a:xfrm>
            <a:custGeom>
              <a:avLst/>
              <a:gdLst>
                <a:gd name="connsiteX0" fmla="*/ 538821 w 538821"/>
                <a:gd name="connsiteY0" fmla="*/ 0 h 562907"/>
                <a:gd name="connsiteX1" fmla="*/ 538821 w 538821"/>
                <a:gd name="connsiteY1" fmla="*/ 562907 h 562907"/>
                <a:gd name="connsiteX2" fmla="*/ 22 w 538821"/>
                <a:gd name="connsiteY2" fmla="*/ 562907 h 562907"/>
                <a:gd name="connsiteX3" fmla="*/ 0 w 538821"/>
                <a:gd name="connsiteY3" fmla="*/ 562686 h 562907"/>
                <a:gd name="connsiteX4" fmla="*/ 451422 w 538821"/>
                <a:gd name="connsiteY4" fmla="*/ 8810 h 562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907">
                  <a:moveTo>
                    <a:pt x="538821" y="0"/>
                  </a:moveTo>
                  <a:lnTo>
                    <a:pt x="538821" y="562907"/>
                  </a:lnTo>
                  <a:lnTo>
                    <a:pt x="22" y="562907"/>
                  </a:lnTo>
                  <a:lnTo>
                    <a:pt x="0" y="562686"/>
                  </a:ln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8CD42A1B-A03A-C946-8A2A-CE437EA433FD}"/>
                </a:ext>
              </a:extLst>
            </p:cNvPr>
            <p:cNvSpPr/>
            <p:nvPr/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5591FE00-3AAF-9B4B-8107-E94D50828227}"/>
                </a:ext>
              </a:extLst>
            </p:cNvPr>
            <p:cNvSpPr/>
            <p:nvPr/>
          </p:nvSpPr>
          <p:spPr>
            <a:xfrm>
              <a:off x="11653180" y="2180552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149E92E9-89A7-4842-B271-411C7DF75D2D}"/>
                </a:ext>
              </a:extLst>
            </p:cNvPr>
            <p:cNvSpPr/>
            <p:nvPr/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4DC29C99-0841-9F46-AB1A-E9751DFE4487}"/>
                </a:ext>
              </a:extLst>
            </p:cNvPr>
            <p:cNvSpPr/>
            <p:nvPr/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E0AB684-BDA8-014B-8DCC-125F8B8DCE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540E05-0F5F-6243-AD57-66BFC33ADBA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62851" y="2365755"/>
            <a:ext cx="5239512" cy="33954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170B3A4-11FE-D94C-9B93-255E362310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89638" y="2365755"/>
            <a:ext cx="5239512" cy="33954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7BEEAF-F881-6E48-84AF-E5CEEF1C71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0A250-5CC0-1746-B209-08E8B0DAE6AF}" type="datetimeFigureOut">
              <a:rPr lang="en-US" smtClean="0"/>
              <a:t>3/11/2025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472753-1CC3-9244-9AF0-6927018A64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DD55D0-FCC7-AC42-9810-9B49E3348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BCAEC-7D34-E549-A96E-FCEDAADBE4B0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FC736C3-88FB-244C-83B8-B2856998D221}"/>
              </a:ext>
            </a:extLst>
          </p:cNvPr>
          <p:cNvCxnSpPr>
            <a:cxnSpLocks/>
          </p:cNvCxnSpPr>
          <p:nvPr/>
        </p:nvCxnSpPr>
        <p:spPr>
          <a:xfrm>
            <a:off x="565150" y="6087110"/>
            <a:ext cx="11058344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92868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B7D16A9C-7411-5242-A59C-816B8907E3BE}"/>
              </a:ext>
            </a:extLst>
          </p:cNvPr>
          <p:cNvGrpSpPr/>
          <p:nvPr/>
        </p:nvGrpSpPr>
        <p:grpSpPr>
          <a:xfrm>
            <a:off x="10290315" y="0"/>
            <a:ext cx="1901686" cy="6858000"/>
            <a:chOff x="10290315" y="0"/>
            <a:chExt cx="1901686" cy="6858000"/>
          </a:xfrm>
        </p:grpSpPr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A997260B-7D44-7049-B605-7FD6E6CE5612}"/>
                </a:ext>
              </a:extLst>
            </p:cNvPr>
            <p:cNvSpPr/>
            <p:nvPr/>
          </p:nvSpPr>
          <p:spPr>
            <a:xfrm>
              <a:off x="10290315" y="806362"/>
              <a:ext cx="1130724" cy="113072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5D6AF601-77C3-D74A-B1E5-7F33703A6927}"/>
                </a:ext>
              </a:extLst>
            </p:cNvPr>
            <p:cNvSpPr/>
            <p:nvPr/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4DFCA921-0F9E-2E41-A285-75409E25501A}"/>
                </a:ext>
              </a:extLst>
            </p:cNvPr>
            <p:cNvSpPr/>
            <p:nvPr/>
          </p:nvSpPr>
          <p:spPr>
            <a:xfrm>
              <a:off x="11653180" y="6295093"/>
              <a:ext cx="538821" cy="562907"/>
            </a:xfrm>
            <a:custGeom>
              <a:avLst/>
              <a:gdLst>
                <a:gd name="connsiteX0" fmla="*/ 538821 w 538821"/>
                <a:gd name="connsiteY0" fmla="*/ 0 h 562907"/>
                <a:gd name="connsiteX1" fmla="*/ 538821 w 538821"/>
                <a:gd name="connsiteY1" fmla="*/ 562907 h 562907"/>
                <a:gd name="connsiteX2" fmla="*/ 22 w 538821"/>
                <a:gd name="connsiteY2" fmla="*/ 562907 h 562907"/>
                <a:gd name="connsiteX3" fmla="*/ 0 w 538821"/>
                <a:gd name="connsiteY3" fmla="*/ 562686 h 562907"/>
                <a:gd name="connsiteX4" fmla="*/ 451422 w 538821"/>
                <a:gd name="connsiteY4" fmla="*/ 8810 h 562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907">
                  <a:moveTo>
                    <a:pt x="538821" y="0"/>
                  </a:moveTo>
                  <a:lnTo>
                    <a:pt x="538821" y="562907"/>
                  </a:lnTo>
                  <a:lnTo>
                    <a:pt x="22" y="562907"/>
                  </a:lnTo>
                  <a:lnTo>
                    <a:pt x="0" y="562686"/>
                  </a:ln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120B9E03-438B-FC42-9DA1-835D5BC3FE88}"/>
                </a:ext>
              </a:extLst>
            </p:cNvPr>
            <p:cNvSpPr/>
            <p:nvPr/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4D670E1F-61CD-8940-A898-6D5092A78BB9}"/>
                </a:ext>
              </a:extLst>
            </p:cNvPr>
            <p:cNvSpPr/>
            <p:nvPr/>
          </p:nvSpPr>
          <p:spPr>
            <a:xfrm>
              <a:off x="11653180" y="2180552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080C64CF-0C6A-3449-9709-AE038C4A7995}"/>
                </a:ext>
              </a:extLst>
            </p:cNvPr>
            <p:cNvSpPr/>
            <p:nvPr/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FEC46D5B-957F-A24C-8E36-CC71F660EC8B}"/>
                </a:ext>
              </a:extLst>
            </p:cNvPr>
            <p:cNvSpPr/>
            <p:nvPr/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058182F-7B5E-FD42-AFC6-A3848D833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768096"/>
            <a:ext cx="7333488" cy="12710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D9E4DE-75C0-C841-A68D-9D7BBAD76C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2149" y="2365756"/>
            <a:ext cx="523951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5C87F7-356E-9E43-97A0-D972B22853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62149" y="3189668"/>
            <a:ext cx="5239512" cy="257155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DAB4C28-30CB-CC4E-A25E-F4FEFA49BC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83066" y="2365756"/>
            <a:ext cx="523951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9ED0191-963B-1E4C-BEC5-9B42E39514A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83066" y="3189668"/>
            <a:ext cx="5239512" cy="257155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F0E0BED-3EB7-BB4A-A556-FA967FB011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0A250-5CC0-1746-B209-08E8B0DAE6AF}" type="datetimeFigureOut">
              <a:rPr lang="en-US" smtClean="0"/>
              <a:t>3/11/2025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A2466A-4D90-174C-B382-AC4674D721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6EADE49-8082-214B-9742-5EE8DA2E9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BCAEC-7D34-E549-A96E-FCEDAADBE4B0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5E39200-18D5-014B-BAB8-FF5D0BA15E0C}"/>
              </a:ext>
            </a:extLst>
          </p:cNvPr>
          <p:cNvCxnSpPr>
            <a:cxnSpLocks/>
          </p:cNvCxnSpPr>
          <p:nvPr/>
        </p:nvCxnSpPr>
        <p:spPr>
          <a:xfrm>
            <a:off x="565150" y="6087110"/>
            <a:ext cx="11058344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92097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D7DF52F6-A06E-0343-95B8-DAAC38DB4B8C}"/>
              </a:ext>
            </a:extLst>
          </p:cNvPr>
          <p:cNvGrpSpPr/>
          <p:nvPr/>
        </p:nvGrpSpPr>
        <p:grpSpPr>
          <a:xfrm>
            <a:off x="10290315" y="0"/>
            <a:ext cx="1901686" cy="6858000"/>
            <a:chOff x="10290315" y="0"/>
            <a:chExt cx="1901686" cy="6858000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67092C52-7052-0749-9DA0-9374DBF495AE}"/>
                </a:ext>
              </a:extLst>
            </p:cNvPr>
            <p:cNvSpPr/>
            <p:nvPr/>
          </p:nvSpPr>
          <p:spPr>
            <a:xfrm>
              <a:off x="10290315" y="806362"/>
              <a:ext cx="1130724" cy="113072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C64E1C2F-81E1-C44D-859C-946596C950F2}"/>
                </a:ext>
              </a:extLst>
            </p:cNvPr>
            <p:cNvSpPr/>
            <p:nvPr/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53626485-4263-0A44-9561-E278A7056C33}"/>
                </a:ext>
              </a:extLst>
            </p:cNvPr>
            <p:cNvSpPr/>
            <p:nvPr/>
          </p:nvSpPr>
          <p:spPr>
            <a:xfrm>
              <a:off x="11653180" y="6295093"/>
              <a:ext cx="538821" cy="562907"/>
            </a:xfrm>
            <a:custGeom>
              <a:avLst/>
              <a:gdLst>
                <a:gd name="connsiteX0" fmla="*/ 538821 w 538821"/>
                <a:gd name="connsiteY0" fmla="*/ 0 h 562907"/>
                <a:gd name="connsiteX1" fmla="*/ 538821 w 538821"/>
                <a:gd name="connsiteY1" fmla="*/ 562907 h 562907"/>
                <a:gd name="connsiteX2" fmla="*/ 22 w 538821"/>
                <a:gd name="connsiteY2" fmla="*/ 562907 h 562907"/>
                <a:gd name="connsiteX3" fmla="*/ 0 w 538821"/>
                <a:gd name="connsiteY3" fmla="*/ 562686 h 562907"/>
                <a:gd name="connsiteX4" fmla="*/ 451422 w 538821"/>
                <a:gd name="connsiteY4" fmla="*/ 8810 h 562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907">
                  <a:moveTo>
                    <a:pt x="538821" y="0"/>
                  </a:moveTo>
                  <a:lnTo>
                    <a:pt x="538821" y="562907"/>
                  </a:lnTo>
                  <a:lnTo>
                    <a:pt x="22" y="562907"/>
                  </a:lnTo>
                  <a:lnTo>
                    <a:pt x="0" y="562686"/>
                  </a:ln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7D45AAB5-3CCC-DE4A-A962-3702911B55CC}"/>
                </a:ext>
              </a:extLst>
            </p:cNvPr>
            <p:cNvSpPr/>
            <p:nvPr/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8CAFB16F-8EDE-D44F-A51E-34EDC41E7404}"/>
                </a:ext>
              </a:extLst>
            </p:cNvPr>
            <p:cNvSpPr/>
            <p:nvPr/>
          </p:nvSpPr>
          <p:spPr>
            <a:xfrm>
              <a:off x="11653180" y="2180552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DCD51329-732C-BB4C-98E5-715BAF9F8853}"/>
                </a:ext>
              </a:extLst>
            </p:cNvPr>
            <p:cNvSpPr/>
            <p:nvPr/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192B5D44-BC55-AF4C-984D-C8231B22F80B}"/>
                </a:ext>
              </a:extLst>
            </p:cNvPr>
            <p:cNvSpPr/>
            <p:nvPr/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FA1E9E2-564E-7049-A22F-BB5B876BAB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359D05-C08D-7747-B2FC-3F62B33573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0A250-5CC0-1746-B209-08E8B0DAE6AF}" type="datetimeFigureOut">
              <a:rPr lang="en-US" smtClean="0"/>
              <a:t>3/11/2025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2FF615-BB08-A844-B689-BAA7C50407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63A67D-F96F-4849-8C83-49CC3A6539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BCAEC-7D34-E549-A96E-FCEDAADBE4B0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DCFAAB9-2B6B-8D4C-A748-433E2C393EA6}"/>
              </a:ext>
            </a:extLst>
          </p:cNvPr>
          <p:cNvCxnSpPr>
            <a:cxnSpLocks/>
          </p:cNvCxnSpPr>
          <p:nvPr/>
        </p:nvCxnSpPr>
        <p:spPr>
          <a:xfrm>
            <a:off x="565150" y="6087110"/>
            <a:ext cx="11058344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32853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8BCA70-D63D-40F6-B9B3-4E49B96E27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0A250-5CC0-1746-B209-08E8B0DAE6AF}" type="datetimeFigureOut">
              <a:rPr lang="en-US" smtClean="0"/>
              <a:pPr/>
              <a:t>3/11/2025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F12559-BD91-4904-A24A-0CF0A2324A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658BB7-74A5-4A6F-A0FF-021E68F02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BCAEC-7D34-E549-A96E-FCEDAADBE4B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95197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D0914A35-7AAF-4B42-9C68-47A633EFD9D0}"/>
              </a:ext>
            </a:extLst>
          </p:cNvPr>
          <p:cNvGrpSpPr/>
          <p:nvPr/>
        </p:nvGrpSpPr>
        <p:grpSpPr>
          <a:xfrm>
            <a:off x="10290315" y="0"/>
            <a:ext cx="1901686" cy="6858000"/>
            <a:chOff x="10290315" y="0"/>
            <a:chExt cx="1901686" cy="6858000"/>
          </a:xfrm>
        </p:grpSpPr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DABCED79-0E70-FB4D-ABF2-D859BF5556E4}"/>
                </a:ext>
              </a:extLst>
            </p:cNvPr>
            <p:cNvSpPr/>
            <p:nvPr/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8364885D-A3A4-5144-AB4E-7624F27287E6}"/>
                </a:ext>
              </a:extLst>
            </p:cNvPr>
            <p:cNvSpPr/>
            <p:nvPr/>
          </p:nvSpPr>
          <p:spPr>
            <a:xfrm>
              <a:off x="11653180" y="6295093"/>
              <a:ext cx="538821" cy="562907"/>
            </a:xfrm>
            <a:custGeom>
              <a:avLst/>
              <a:gdLst>
                <a:gd name="connsiteX0" fmla="*/ 538821 w 538821"/>
                <a:gd name="connsiteY0" fmla="*/ 0 h 562907"/>
                <a:gd name="connsiteX1" fmla="*/ 538821 w 538821"/>
                <a:gd name="connsiteY1" fmla="*/ 562907 h 562907"/>
                <a:gd name="connsiteX2" fmla="*/ 22 w 538821"/>
                <a:gd name="connsiteY2" fmla="*/ 562907 h 562907"/>
                <a:gd name="connsiteX3" fmla="*/ 0 w 538821"/>
                <a:gd name="connsiteY3" fmla="*/ 562686 h 562907"/>
                <a:gd name="connsiteX4" fmla="*/ 451422 w 538821"/>
                <a:gd name="connsiteY4" fmla="*/ 8810 h 562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907">
                  <a:moveTo>
                    <a:pt x="538821" y="0"/>
                  </a:moveTo>
                  <a:lnTo>
                    <a:pt x="538821" y="562907"/>
                  </a:lnTo>
                  <a:lnTo>
                    <a:pt x="22" y="562907"/>
                  </a:lnTo>
                  <a:lnTo>
                    <a:pt x="0" y="562686"/>
                  </a:ln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D22073D5-CC72-0549-BD26-F7AF9851BE45}"/>
                </a:ext>
              </a:extLst>
            </p:cNvPr>
            <p:cNvSpPr/>
            <p:nvPr/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1827A049-C9FD-554E-9B01-F151B0D9E86B}"/>
                </a:ext>
              </a:extLst>
            </p:cNvPr>
            <p:cNvSpPr/>
            <p:nvPr/>
          </p:nvSpPr>
          <p:spPr>
            <a:xfrm>
              <a:off x="11653180" y="2180552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76832559-4D18-8744-AB91-9FCFAB732477}"/>
                </a:ext>
              </a:extLst>
            </p:cNvPr>
            <p:cNvSpPr/>
            <p:nvPr/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BF97A623-E5DC-1B44-B687-8643B9F0D741}"/>
                </a:ext>
              </a:extLst>
            </p:cNvPr>
            <p:cNvSpPr/>
            <p:nvPr/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637BBE1-2C82-4E45-B5C5-35E07B05EA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1" y="764973"/>
            <a:ext cx="3609982" cy="1395043"/>
          </a:xfrm>
        </p:spPr>
        <p:txBody>
          <a:bodyPr anchor="t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201F2E-A734-364B-8A7D-990D6B8893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4832" y="770890"/>
            <a:ext cx="6112517" cy="480057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7CBAD9-5515-1748-8E77-F48160F4ED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65150" y="2160016"/>
            <a:ext cx="3609983" cy="37089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A6C22B-80D4-AA42-9999-401E37B469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0A250-5CC0-1746-B209-08E8B0DAE6AF}" type="datetimeFigureOut">
              <a:rPr lang="en-US" smtClean="0"/>
              <a:t>3/11/2025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055DE4-33E8-7F4B-9334-95EA60845C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470FA5-21EE-D742-8F01-C1BAE0FDB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BCAEC-7D34-E549-A96E-FCEDAADBE4B0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EF966AA-D7DF-F84D-80D4-E216A641B005}"/>
              </a:ext>
            </a:extLst>
          </p:cNvPr>
          <p:cNvCxnSpPr>
            <a:cxnSpLocks/>
          </p:cNvCxnSpPr>
          <p:nvPr/>
        </p:nvCxnSpPr>
        <p:spPr>
          <a:xfrm>
            <a:off x="565150" y="6087110"/>
            <a:ext cx="11058344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62514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210D391A-F01E-4947-8A01-95438AA0B323}"/>
              </a:ext>
            </a:extLst>
          </p:cNvPr>
          <p:cNvGrpSpPr/>
          <p:nvPr/>
        </p:nvGrpSpPr>
        <p:grpSpPr>
          <a:xfrm>
            <a:off x="10290315" y="0"/>
            <a:ext cx="1901686" cy="6858000"/>
            <a:chOff x="10290315" y="0"/>
            <a:chExt cx="1901686" cy="6858000"/>
          </a:xfrm>
        </p:grpSpPr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7D499306-B4E0-064D-8F6C-96E9C4BD04DA}"/>
                </a:ext>
              </a:extLst>
            </p:cNvPr>
            <p:cNvSpPr/>
            <p:nvPr/>
          </p:nvSpPr>
          <p:spPr>
            <a:xfrm>
              <a:off x="10290315" y="806362"/>
              <a:ext cx="1130724" cy="113072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AF3D0241-0A21-8047-8CE3-B3FDD5FDF719}"/>
                </a:ext>
              </a:extLst>
            </p:cNvPr>
            <p:cNvSpPr/>
            <p:nvPr/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13083F97-6891-0447-957C-AB0834B826D2}"/>
                </a:ext>
              </a:extLst>
            </p:cNvPr>
            <p:cNvSpPr/>
            <p:nvPr/>
          </p:nvSpPr>
          <p:spPr>
            <a:xfrm>
              <a:off x="11653180" y="6295093"/>
              <a:ext cx="538821" cy="562907"/>
            </a:xfrm>
            <a:custGeom>
              <a:avLst/>
              <a:gdLst>
                <a:gd name="connsiteX0" fmla="*/ 538821 w 538821"/>
                <a:gd name="connsiteY0" fmla="*/ 0 h 562907"/>
                <a:gd name="connsiteX1" fmla="*/ 538821 w 538821"/>
                <a:gd name="connsiteY1" fmla="*/ 562907 h 562907"/>
                <a:gd name="connsiteX2" fmla="*/ 22 w 538821"/>
                <a:gd name="connsiteY2" fmla="*/ 562907 h 562907"/>
                <a:gd name="connsiteX3" fmla="*/ 0 w 538821"/>
                <a:gd name="connsiteY3" fmla="*/ 562686 h 562907"/>
                <a:gd name="connsiteX4" fmla="*/ 451422 w 538821"/>
                <a:gd name="connsiteY4" fmla="*/ 8810 h 562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907">
                  <a:moveTo>
                    <a:pt x="538821" y="0"/>
                  </a:moveTo>
                  <a:lnTo>
                    <a:pt x="538821" y="562907"/>
                  </a:lnTo>
                  <a:lnTo>
                    <a:pt x="22" y="562907"/>
                  </a:lnTo>
                  <a:lnTo>
                    <a:pt x="0" y="562686"/>
                  </a:ln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B2EF7D75-E7C1-5147-A03B-3EC641CF3B08}"/>
                </a:ext>
              </a:extLst>
            </p:cNvPr>
            <p:cNvSpPr/>
            <p:nvPr/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A6D7CA94-94B4-C140-8C68-01C0ADFA1C71}"/>
                </a:ext>
              </a:extLst>
            </p:cNvPr>
            <p:cNvSpPr/>
            <p:nvPr/>
          </p:nvSpPr>
          <p:spPr>
            <a:xfrm>
              <a:off x="11653180" y="2180552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211CD629-C318-A848-BDDE-BBA9465EBF9D}"/>
                </a:ext>
              </a:extLst>
            </p:cNvPr>
            <p:cNvSpPr/>
            <p:nvPr/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2A5AC1F8-1370-E946-977E-E4CFC6947BAB}"/>
                </a:ext>
              </a:extLst>
            </p:cNvPr>
            <p:cNvSpPr/>
            <p:nvPr/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4CEE63B-B967-0A48-9623-2203767609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0" y="770889"/>
            <a:ext cx="3609983" cy="1389127"/>
          </a:xfrm>
        </p:spPr>
        <p:txBody>
          <a:bodyPr anchor="t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211F680-28C8-FA44-9CD5-20709DA02EA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223838" y="890816"/>
            <a:ext cx="6060136" cy="4870411"/>
          </a:xfrm>
          <a:solidFill>
            <a:schemeClr val="bg2"/>
          </a:solid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D507CD-197E-BB4C-83A6-DA3FC97A22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65150" y="2160016"/>
            <a:ext cx="3609983" cy="360121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9E00AC-DF6C-D548-8A06-D6269BDB0A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0A250-5CC0-1746-B209-08E8B0DAE6AF}" type="datetimeFigureOut">
              <a:rPr lang="en-US" smtClean="0"/>
              <a:t>3/11/2025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ED113B-57D4-9A4F-BFE0-2A3963B425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0D9954-FA18-8948-AA52-21CED05947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BCAEC-7D34-E549-A96E-FCEDAADBE4B0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E3EB25D-2379-5040-B990-1C99B0B7D931}"/>
              </a:ext>
            </a:extLst>
          </p:cNvPr>
          <p:cNvCxnSpPr>
            <a:cxnSpLocks/>
          </p:cNvCxnSpPr>
          <p:nvPr/>
        </p:nvCxnSpPr>
        <p:spPr>
          <a:xfrm>
            <a:off x="565150" y="6087110"/>
            <a:ext cx="11058344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406876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7ED46EE4-CE67-DD46-A751-9FEA049A22B8}"/>
              </a:ext>
            </a:extLst>
          </p:cNvPr>
          <p:cNvGrpSpPr/>
          <p:nvPr/>
        </p:nvGrpSpPr>
        <p:grpSpPr>
          <a:xfrm>
            <a:off x="8928528" y="0"/>
            <a:ext cx="3263472" cy="6858000"/>
            <a:chOff x="8928528" y="0"/>
            <a:chExt cx="3263472" cy="6858000"/>
          </a:xfrm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955C5B70-D34F-8A49-B220-808CE2BBB7F3}"/>
                </a:ext>
              </a:extLst>
            </p:cNvPr>
            <p:cNvSpPr/>
            <p:nvPr/>
          </p:nvSpPr>
          <p:spPr>
            <a:xfrm>
              <a:off x="8928528" y="4918120"/>
              <a:ext cx="1130724" cy="113072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4BBFE624-6DBD-8541-B43B-180C0AFA21F0}"/>
                </a:ext>
              </a:extLst>
            </p:cNvPr>
            <p:cNvSpPr/>
            <p:nvPr/>
          </p:nvSpPr>
          <p:spPr>
            <a:xfrm>
              <a:off x="8928528" y="0"/>
              <a:ext cx="1130724" cy="565573"/>
            </a:xfrm>
            <a:custGeom>
              <a:avLst/>
              <a:gdLst>
                <a:gd name="connsiteX0" fmla="*/ 22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2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6E01AC23-2120-A542-B140-5A29AA27A2C8}"/>
                </a:ext>
              </a:extLst>
            </p:cNvPr>
            <p:cNvSpPr/>
            <p:nvPr/>
          </p:nvSpPr>
          <p:spPr>
            <a:xfrm>
              <a:off x="10291391" y="6292417"/>
              <a:ext cx="1130724" cy="565583"/>
            </a:xfrm>
            <a:custGeom>
              <a:avLst/>
              <a:gdLst>
                <a:gd name="connsiteX0" fmla="*/ 565362 w 1130724"/>
                <a:gd name="connsiteY0" fmla="*/ 0 h 565583"/>
                <a:gd name="connsiteX1" fmla="*/ 1130724 w 1130724"/>
                <a:gd name="connsiteY1" fmla="*/ 565362 h 565583"/>
                <a:gd name="connsiteX2" fmla="*/ 1130702 w 1130724"/>
                <a:gd name="connsiteY2" fmla="*/ 565583 h 565583"/>
                <a:gd name="connsiteX3" fmla="*/ 22 w 1130724"/>
                <a:gd name="connsiteY3" fmla="*/ 565583 h 565583"/>
                <a:gd name="connsiteX4" fmla="*/ 0 w 1130724"/>
                <a:gd name="connsiteY4" fmla="*/ 565362 h 565583"/>
                <a:gd name="connsiteX5" fmla="*/ 565362 w 1130724"/>
                <a:gd name="connsiteY5" fmla="*/ 0 h 5655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4" h="565583">
                  <a:moveTo>
                    <a:pt x="565362" y="0"/>
                  </a:moveTo>
                  <a:cubicBezTo>
                    <a:pt x="877603" y="0"/>
                    <a:pt x="1130724" y="253121"/>
                    <a:pt x="1130724" y="565362"/>
                  </a:cubicBezTo>
                  <a:lnTo>
                    <a:pt x="1130702" y="565583"/>
                  </a:lnTo>
                  <a:lnTo>
                    <a:pt x="22" y="565583"/>
                  </a:lnTo>
                  <a:lnTo>
                    <a:pt x="0" y="565362"/>
                  </a:lnTo>
                  <a:cubicBezTo>
                    <a:pt x="0" y="253121"/>
                    <a:pt x="253121" y="0"/>
                    <a:pt x="565362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154689C0-9C35-9B4D-906B-DA287DA55A38}"/>
                </a:ext>
              </a:extLst>
            </p:cNvPr>
            <p:cNvSpPr/>
            <p:nvPr/>
          </p:nvSpPr>
          <p:spPr>
            <a:xfrm>
              <a:off x="10291392" y="3549390"/>
              <a:ext cx="1130724" cy="113072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696570F0-11E0-6147-9053-E3A4B5DBA0E4}"/>
                </a:ext>
              </a:extLst>
            </p:cNvPr>
            <p:cNvSpPr/>
            <p:nvPr/>
          </p:nvSpPr>
          <p:spPr>
            <a:xfrm>
              <a:off x="10291392" y="2177876"/>
              <a:ext cx="1130724" cy="113072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9BDD97F6-A366-B54A-B889-42E97AFEDE37}"/>
                </a:ext>
              </a:extLst>
            </p:cNvPr>
            <p:cNvSpPr/>
            <p:nvPr/>
          </p:nvSpPr>
          <p:spPr>
            <a:xfrm>
              <a:off x="10291392" y="806363"/>
              <a:ext cx="1130724" cy="113072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58E853BC-EE80-374B-B823-8D51A948C4CF}"/>
                </a:ext>
              </a:extLst>
            </p:cNvPr>
            <p:cNvSpPr/>
            <p:nvPr/>
          </p:nvSpPr>
          <p:spPr>
            <a:xfrm>
              <a:off x="10291392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4B5B70B1-649D-9848-B5D4-6DE04D55F5F0}"/>
                </a:ext>
              </a:extLst>
            </p:cNvPr>
            <p:cNvSpPr/>
            <p:nvPr/>
          </p:nvSpPr>
          <p:spPr>
            <a:xfrm>
              <a:off x="11654256" y="6295201"/>
              <a:ext cx="537744" cy="562799"/>
            </a:xfrm>
            <a:custGeom>
              <a:avLst/>
              <a:gdLst>
                <a:gd name="connsiteX0" fmla="*/ 537744 w 537744"/>
                <a:gd name="connsiteY0" fmla="*/ 0 h 562799"/>
                <a:gd name="connsiteX1" fmla="*/ 537744 w 537744"/>
                <a:gd name="connsiteY1" fmla="*/ 562799 h 562799"/>
                <a:gd name="connsiteX2" fmla="*/ 22 w 537744"/>
                <a:gd name="connsiteY2" fmla="*/ 562799 h 562799"/>
                <a:gd name="connsiteX3" fmla="*/ 0 w 537744"/>
                <a:gd name="connsiteY3" fmla="*/ 562578 h 562799"/>
                <a:gd name="connsiteX4" fmla="*/ 451422 w 537744"/>
                <a:gd name="connsiteY4" fmla="*/ 8702 h 562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562799">
                  <a:moveTo>
                    <a:pt x="537744" y="0"/>
                  </a:moveTo>
                  <a:lnTo>
                    <a:pt x="537744" y="562799"/>
                  </a:lnTo>
                  <a:lnTo>
                    <a:pt x="22" y="562799"/>
                  </a:lnTo>
                  <a:lnTo>
                    <a:pt x="0" y="562578"/>
                  </a:lnTo>
                  <a:cubicBezTo>
                    <a:pt x="0" y="289367"/>
                    <a:pt x="193796" y="61420"/>
                    <a:pt x="451422" y="870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46A2092A-2157-0A49-937F-BBAE14687DE7}"/>
                </a:ext>
              </a:extLst>
            </p:cNvPr>
            <p:cNvSpPr/>
            <p:nvPr/>
          </p:nvSpPr>
          <p:spPr>
            <a:xfrm>
              <a:off x="11654256" y="4923687"/>
              <a:ext cx="537744" cy="1125156"/>
            </a:xfrm>
            <a:custGeom>
              <a:avLst/>
              <a:gdLst>
                <a:gd name="connsiteX0" fmla="*/ 537744 w 537744"/>
                <a:gd name="connsiteY0" fmla="*/ 0 h 1125156"/>
                <a:gd name="connsiteX1" fmla="*/ 537744 w 537744"/>
                <a:gd name="connsiteY1" fmla="*/ 1125156 h 1125156"/>
                <a:gd name="connsiteX2" fmla="*/ 451422 w 537744"/>
                <a:gd name="connsiteY2" fmla="*/ 1116454 h 1125156"/>
                <a:gd name="connsiteX3" fmla="*/ 0 w 537744"/>
                <a:gd name="connsiteY3" fmla="*/ 562578 h 1125156"/>
                <a:gd name="connsiteX4" fmla="*/ 451422 w 537744"/>
                <a:gd name="connsiteY4" fmla="*/ 8702 h 1125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1125156">
                  <a:moveTo>
                    <a:pt x="537744" y="0"/>
                  </a:moveTo>
                  <a:lnTo>
                    <a:pt x="537744" y="1125156"/>
                  </a:lnTo>
                  <a:lnTo>
                    <a:pt x="451422" y="1116454"/>
                  </a:lnTo>
                  <a:cubicBezTo>
                    <a:pt x="193796" y="1063736"/>
                    <a:pt x="0" y="835789"/>
                    <a:pt x="0" y="562578"/>
                  </a:cubicBezTo>
                  <a:cubicBezTo>
                    <a:pt x="0" y="289367"/>
                    <a:pt x="193796" y="61420"/>
                    <a:pt x="451422" y="8702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F092371E-D526-AF43-816F-F7AEBA9FF166}"/>
                </a:ext>
              </a:extLst>
            </p:cNvPr>
            <p:cNvSpPr/>
            <p:nvPr/>
          </p:nvSpPr>
          <p:spPr>
            <a:xfrm>
              <a:off x="11654256" y="3552173"/>
              <a:ext cx="537744" cy="1125156"/>
            </a:xfrm>
            <a:custGeom>
              <a:avLst/>
              <a:gdLst>
                <a:gd name="connsiteX0" fmla="*/ 537744 w 537744"/>
                <a:gd name="connsiteY0" fmla="*/ 0 h 1125156"/>
                <a:gd name="connsiteX1" fmla="*/ 537744 w 537744"/>
                <a:gd name="connsiteY1" fmla="*/ 1125156 h 1125156"/>
                <a:gd name="connsiteX2" fmla="*/ 451422 w 537744"/>
                <a:gd name="connsiteY2" fmla="*/ 1116454 h 1125156"/>
                <a:gd name="connsiteX3" fmla="*/ 0 w 537744"/>
                <a:gd name="connsiteY3" fmla="*/ 562578 h 1125156"/>
                <a:gd name="connsiteX4" fmla="*/ 451422 w 537744"/>
                <a:gd name="connsiteY4" fmla="*/ 8702 h 1125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1125156">
                  <a:moveTo>
                    <a:pt x="537744" y="0"/>
                  </a:moveTo>
                  <a:lnTo>
                    <a:pt x="537744" y="1125156"/>
                  </a:lnTo>
                  <a:lnTo>
                    <a:pt x="451422" y="1116454"/>
                  </a:lnTo>
                  <a:cubicBezTo>
                    <a:pt x="193796" y="1063736"/>
                    <a:pt x="0" y="835789"/>
                    <a:pt x="0" y="562578"/>
                  </a:cubicBezTo>
                  <a:cubicBezTo>
                    <a:pt x="0" y="289367"/>
                    <a:pt x="193796" y="61420"/>
                    <a:pt x="451422" y="870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06995714-B51E-E84A-9FD5-3AD33004E517}"/>
                </a:ext>
              </a:extLst>
            </p:cNvPr>
            <p:cNvSpPr/>
            <p:nvPr/>
          </p:nvSpPr>
          <p:spPr>
            <a:xfrm>
              <a:off x="11654256" y="2180659"/>
              <a:ext cx="537744" cy="1125156"/>
            </a:xfrm>
            <a:custGeom>
              <a:avLst/>
              <a:gdLst>
                <a:gd name="connsiteX0" fmla="*/ 537744 w 537744"/>
                <a:gd name="connsiteY0" fmla="*/ 0 h 1125156"/>
                <a:gd name="connsiteX1" fmla="*/ 537744 w 537744"/>
                <a:gd name="connsiteY1" fmla="*/ 1125156 h 1125156"/>
                <a:gd name="connsiteX2" fmla="*/ 451422 w 537744"/>
                <a:gd name="connsiteY2" fmla="*/ 1116454 h 1125156"/>
                <a:gd name="connsiteX3" fmla="*/ 0 w 537744"/>
                <a:gd name="connsiteY3" fmla="*/ 562578 h 1125156"/>
                <a:gd name="connsiteX4" fmla="*/ 451422 w 537744"/>
                <a:gd name="connsiteY4" fmla="*/ 8702 h 1125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1125156">
                  <a:moveTo>
                    <a:pt x="537744" y="0"/>
                  </a:moveTo>
                  <a:lnTo>
                    <a:pt x="537744" y="1125156"/>
                  </a:lnTo>
                  <a:lnTo>
                    <a:pt x="451422" y="1116454"/>
                  </a:lnTo>
                  <a:cubicBezTo>
                    <a:pt x="193796" y="1063736"/>
                    <a:pt x="0" y="835789"/>
                    <a:pt x="0" y="562578"/>
                  </a:cubicBezTo>
                  <a:cubicBezTo>
                    <a:pt x="0" y="289367"/>
                    <a:pt x="193796" y="61420"/>
                    <a:pt x="451422" y="870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0FDB0CC5-76AA-6E44-8376-4EE649C1DE42}"/>
                </a:ext>
              </a:extLst>
            </p:cNvPr>
            <p:cNvSpPr/>
            <p:nvPr/>
          </p:nvSpPr>
          <p:spPr>
            <a:xfrm>
              <a:off x="11654256" y="809146"/>
              <a:ext cx="537744" cy="1125156"/>
            </a:xfrm>
            <a:custGeom>
              <a:avLst/>
              <a:gdLst>
                <a:gd name="connsiteX0" fmla="*/ 537744 w 537744"/>
                <a:gd name="connsiteY0" fmla="*/ 0 h 1125156"/>
                <a:gd name="connsiteX1" fmla="*/ 537744 w 537744"/>
                <a:gd name="connsiteY1" fmla="*/ 1125156 h 1125156"/>
                <a:gd name="connsiteX2" fmla="*/ 451422 w 537744"/>
                <a:gd name="connsiteY2" fmla="*/ 1116454 h 1125156"/>
                <a:gd name="connsiteX3" fmla="*/ 0 w 537744"/>
                <a:gd name="connsiteY3" fmla="*/ 562578 h 1125156"/>
                <a:gd name="connsiteX4" fmla="*/ 451422 w 537744"/>
                <a:gd name="connsiteY4" fmla="*/ 8702 h 1125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1125156">
                  <a:moveTo>
                    <a:pt x="537744" y="0"/>
                  </a:moveTo>
                  <a:lnTo>
                    <a:pt x="537744" y="1125156"/>
                  </a:lnTo>
                  <a:lnTo>
                    <a:pt x="451422" y="1116454"/>
                  </a:lnTo>
                  <a:cubicBezTo>
                    <a:pt x="193796" y="1063736"/>
                    <a:pt x="0" y="835789"/>
                    <a:pt x="0" y="562578"/>
                  </a:cubicBezTo>
                  <a:cubicBezTo>
                    <a:pt x="0" y="289367"/>
                    <a:pt x="193796" y="61420"/>
                    <a:pt x="451422" y="8702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5" name="Freeform 34">
              <a:extLst>
                <a:ext uri="{FF2B5EF4-FFF2-40B4-BE49-F238E27FC236}">
                  <a16:creationId xmlns:a16="http://schemas.microsoft.com/office/drawing/2014/main" id="{3D981F0B-8982-1C45-8D7C-30E744003823}"/>
                </a:ext>
              </a:extLst>
            </p:cNvPr>
            <p:cNvSpPr/>
            <p:nvPr/>
          </p:nvSpPr>
          <p:spPr>
            <a:xfrm>
              <a:off x="11654256" y="0"/>
              <a:ext cx="537744" cy="562788"/>
            </a:xfrm>
            <a:custGeom>
              <a:avLst/>
              <a:gdLst>
                <a:gd name="connsiteX0" fmla="*/ 21 w 537744"/>
                <a:gd name="connsiteY0" fmla="*/ 0 h 562788"/>
                <a:gd name="connsiteX1" fmla="*/ 537744 w 537744"/>
                <a:gd name="connsiteY1" fmla="*/ 0 h 562788"/>
                <a:gd name="connsiteX2" fmla="*/ 537744 w 537744"/>
                <a:gd name="connsiteY2" fmla="*/ 562788 h 562788"/>
                <a:gd name="connsiteX3" fmla="*/ 451422 w 537744"/>
                <a:gd name="connsiteY3" fmla="*/ 554086 h 562788"/>
                <a:gd name="connsiteX4" fmla="*/ 0 w 537744"/>
                <a:gd name="connsiteY4" fmla="*/ 211 h 562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562788">
                  <a:moveTo>
                    <a:pt x="21" y="0"/>
                  </a:moveTo>
                  <a:lnTo>
                    <a:pt x="537744" y="0"/>
                  </a:lnTo>
                  <a:lnTo>
                    <a:pt x="537744" y="562788"/>
                  </a:lnTo>
                  <a:lnTo>
                    <a:pt x="451422" y="554086"/>
                  </a:lnTo>
                  <a:cubicBezTo>
                    <a:pt x="193796" y="501368"/>
                    <a:pt x="0" y="273421"/>
                    <a:pt x="0" y="21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F76EEB7-1E87-0447-8CD6-DD220CF4EE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A8AE526-3A03-9B41-8C9F-27156E701C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08D72-182D-C947-B3F7-B74948D084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0A250-5CC0-1746-B209-08E8B0DAE6AF}" type="datetimeFigureOut">
              <a:rPr lang="en-US" smtClean="0"/>
              <a:t>3/11/2025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76E396-D059-AF4D-A1D9-C1347978AA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8845B6-87C0-2F4A-8146-00E911CDF7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086480" y="6141085"/>
            <a:ext cx="813816" cy="365125"/>
          </a:xfrm>
        </p:spPr>
        <p:txBody>
          <a:bodyPr/>
          <a:lstStyle/>
          <a:p>
            <a:fld id="{49ABCAEC-7D34-E549-A96E-FCEDAADBE4B0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78A912D-4325-C449-BF2E-F331A221C695}"/>
              </a:ext>
            </a:extLst>
          </p:cNvPr>
          <p:cNvCxnSpPr>
            <a:cxnSpLocks/>
          </p:cNvCxnSpPr>
          <p:nvPr/>
        </p:nvCxnSpPr>
        <p:spPr>
          <a:xfrm>
            <a:off x="565150" y="6087110"/>
            <a:ext cx="7335146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24394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C3803ECC-8207-244B-8051-94AA5304EDD9}"/>
              </a:ext>
            </a:extLst>
          </p:cNvPr>
          <p:cNvGrpSpPr/>
          <p:nvPr/>
        </p:nvGrpSpPr>
        <p:grpSpPr>
          <a:xfrm>
            <a:off x="10290315" y="0"/>
            <a:ext cx="1901686" cy="6858000"/>
            <a:chOff x="10290315" y="0"/>
            <a:chExt cx="1901686" cy="6858000"/>
          </a:xfrm>
        </p:grpSpPr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CF2E8536-821C-3846-A152-2001B7BA4BC9}"/>
                </a:ext>
              </a:extLst>
            </p:cNvPr>
            <p:cNvSpPr/>
            <p:nvPr/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57A02781-FFB4-C04E-97FB-78D26A9E8F1C}"/>
                </a:ext>
              </a:extLst>
            </p:cNvPr>
            <p:cNvSpPr/>
            <p:nvPr/>
          </p:nvSpPr>
          <p:spPr>
            <a:xfrm>
              <a:off x="11653180" y="6295093"/>
              <a:ext cx="538821" cy="562907"/>
            </a:xfrm>
            <a:custGeom>
              <a:avLst/>
              <a:gdLst>
                <a:gd name="connsiteX0" fmla="*/ 538821 w 538821"/>
                <a:gd name="connsiteY0" fmla="*/ 0 h 562907"/>
                <a:gd name="connsiteX1" fmla="*/ 538821 w 538821"/>
                <a:gd name="connsiteY1" fmla="*/ 562907 h 562907"/>
                <a:gd name="connsiteX2" fmla="*/ 22 w 538821"/>
                <a:gd name="connsiteY2" fmla="*/ 562907 h 562907"/>
                <a:gd name="connsiteX3" fmla="*/ 0 w 538821"/>
                <a:gd name="connsiteY3" fmla="*/ 562686 h 562907"/>
                <a:gd name="connsiteX4" fmla="*/ 451422 w 538821"/>
                <a:gd name="connsiteY4" fmla="*/ 8810 h 562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907">
                  <a:moveTo>
                    <a:pt x="538821" y="0"/>
                  </a:moveTo>
                  <a:lnTo>
                    <a:pt x="538821" y="562907"/>
                  </a:lnTo>
                  <a:lnTo>
                    <a:pt x="22" y="562907"/>
                  </a:lnTo>
                  <a:lnTo>
                    <a:pt x="0" y="562686"/>
                  </a:ln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14C29607-37D2-7A4B-98E2-2C851CD6776C}"/>
                </a:ext>
              </a:extLst>
            </p:cNvPr>
            <p:cNvSpPr/>
            <p:nvPr/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D12FC7BA-80CC-1C4E-B268-B3EEA08137F1}"/>
                </a:ext>
              </a:extLst>
            </p:cNvPr>
            <p:cNvSpPr/>
            <p:nvPr/>
          </p:nvSpPr>
          <p:spPr>
            <a:xfrm>
              <a:off x="11653180" y="2180552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BEBC8FB1-96B9-D84A-BD2A-BC8410EBE012}"/>
                </a:ext>
              </a:extLst>
            </p:cNvPr>
            <p:cNvSpPr/>
            <p:nvPr/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5A8455B4-A778-B44D-A7E8-C45A4846D9F7}"/>
                </a:ext>
              </a:extLst>
            </p:cNvPr>
            <p:cNvSpPr/>
            <p:nvPr/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B0407CCA-80EF-2B45-8F8C-7D5796A61B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950095" y="976630"/>
            <a:ext cx="2268507" cy="47845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AA221C3-F2D3-FC4F-938B-4C4CAC7370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65150" y="976630"/>
            <a:ext cx="8264057" cy="478459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061B46-3E9A-AC48-8C84-5B46EA1EC5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0A250-5CC0-1746-B209-08E8B0DAE6AF}" type="datetimeFigureOut">
              <a:rPr lang="en-US" smtClean="0"/>
              <a:t>3/11/2025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9F8F49-5859-714C-8EE1-61A74F324E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2B6F69-3FFA-D94F-BA99-873D36F7F6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BCAEC-7D34-E549-A96E-FCEDAADBE4B0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31B40EC-87DB-A64F-9D4B-98A86F7CEFFF}"/>
              </a:ext>
            </a:extLst>
          </p:cNvPr>
          <p:cNvCxnSpPr>
            <a:cxnSpLocks/>
          </p:cNvCxnSpPr>
          <p:nvPr/>
        </p:nvCxnSpPr>
        <p:spPr>
          <a:xfrm>
            <a:off x="565150" y="6087110"/>
            <a:ext cx="11058344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469359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70D98E2-86CE-4D4F-9F8F-17C83D19A2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0" y="770890"/>
            <a:ext cx="7335835" cy="126898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04B4F2-48A4-A140-B59B-7A2ED9FD46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5150" y="2160016"/>
            <a:ext cx="7335835" cy="36012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CF4A7E-D5FF-BF48-8E01-8F46150ABFD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66928" y="457200"/>
            <a:ext cx="36082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b="0" i="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fld id="{A5B0A250-5CC0-1746-B209-08E8B0DAE6AF}" type="datetimeFigureOut">
              <a:rPr lang="en-US" smtClean="0"/>
              <a:pPr/>
              <a:t>3/11/2025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131757-5039-BF46-B47A-50DA8FFBC0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65150" y="6141085"/>
            <a:ext cx="36082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b="0" i="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83FD16-4337-B940-905E-D20A26FD48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9678" y="6141085"/>
            <a:ext cx="81381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 b="0" i="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fld id="{49ABCAEC-7D34-E549-A96E-FCEDAADBE4B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38663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07" r:id="rId6"/>
    <p:sldLayoutId id="2147483703" r:id="rId7"/>
    <p:sldLayoutId id="2147483704" r:id="rId8"/>
    <p:sldLayoutId id="2147483705" r:id="rId9"/>
    <p:sldLayoutId id="2147483706" r:id="rId10"/>
    <p:sldLayoutId id="2147483708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b="1" i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9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9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9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900"/>
        </a:spcBef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900"/>
        </a:spcBef>
        <a:buFont typeface="Arial" panose="020B0604020202020204" pitchFamily="34" charset="0"/>
        <a:buChar char="•"/>
        <a:defRPr sz="1400" b="0" i="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4EFE82FE-7465-AE46-88DF-34D347E83B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網路科技背景">
            <a:extLst>
              <a:ext uri="{FF2B5EF4-FFF2-40B4-BE49-F238E27FC236}">
                <a16:creationId xmlns:a16="http://schemas.microsoft.com/office/drawing/2014/main" id="{3A48F64C-C076-F65A-59A0-73EC9573942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433"/>
          <a:stretch/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0" name="Rectangle">
            <a:extLst>
              <a:ext uri="{FF2B5EF4-FFF2-40B4-BE49-F238E27FC236}">
                <a16:creationId xmlns:a16="http://schemas.microsoft.com/office/drawing/2014/main" id="{B4F75AE3-A3AC-DE4C-98FE-EC9DC3BF8D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-1"/>
            <a:ext cx="5267217" cy="6858000"/>
          </a:xfrm>
          <a:prstGeom prst="rect">
            <a:avLst/>
          </a:prstGeom>
          <a:gradFill flip="none" rotWithShape="1">
            <a:gsLst>
              <a:gs pos="31000">
                <a:schemeClr val="bg1">
                  <a:alpha val="80000"/>
                </a:schemeClr>
              </a:gs>
              <a:gs pos="0">
                <a:schemeClr val="bg1"/>
              </a:gs>
              <a:gs pos="100000">
                <a:schemeClr val="bg1">
                  <a:alpha val="34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/>
            <a:endParaRPr sz="2600" cap="all" dirty="0">
              <a:solidFill>
                <a:srgbClr val="FFFFFF"/>
              </a:solidFill>
              <a:sym typeface="Avenir Next"/>
            </a:endParaRP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8749BBC7-6558-6486-6271-7D9FF1BDB6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5151" y="768334"/>
            <a:ext cx="4134538" cy="2866405"/>
          </a:xfrm>
        </p:spPr>
        <p:txBody>
          <a:bodyPr>
            <a:normAutofit/>
          </a:bodyPr>
          <a:lstStyle/>
          <a:p>
            <a:r>
              <a:rPr lang="en-US" altLang="zh-TW" sz="5000" dirty="0">
                <a:latin typeface="Fira Code" pitchFamily="1" charset="0"/>
                <a:ea typeface="Fira Code" pitchFamily="1" charset="0"/>
                <a:cs typeface="Fira Code" pitchFamily="1" charset="0"/>
              </a:rPr>
              <a:t>Fido2_Demo </a:t>
            </a:r>
            <a:r>
              <a:rPr lang="zh-TW" altLang="en-US" sz="5000" dirty="0">
                <a:latin typeface="Fira Code" pitchFamily="1" charset="0"/>
                <a:ea typeface="Fira Code" pitchFamily="1" charset="0"/>
                <a:cs typeface="Fira Code" pitchFamily="1" charset="0"/>
              </a:rPr>
              <a:t>架構介紹</a:t>
            </a:r>
            <a:br>
              <a:rPr lang="en-US" altLang="zh-TW" sz="5000" dirty="0">
                <a:latin typeface="Fira Code" pitchFamily="1" charset="0"/>
                <a:ea typeface="Fira Code" pitchFamily="1" charset="0"/>
                <a:cs typeface="Fira Code" pitchFamily="1" charset="0"/>
              </a:rPr>
            </a:br>
            <a:endParaRPr lang="zh-TW" altLang="en-US" sz="5000" dirty="0">
              <a:latin typeface="Fira Code" pitchFamily="1" charset="0"/>
              <a:cs typeface="Fira Code" pitchFamily="1" charset="0"/>
            </a:endParaRP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8ADB4471-B266-35CD-CAC0-33A2DA4450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5151" y="4283239"/>
            <a:ext cx="4134538" cy="1475177"/>
          </a:xfrm>
        </p:spPr>
        <p:txBody>
          <a:bodyPr>
            <a:normAutofit/>
          </a:bodyPr>
          <a:lstStyle/>
          <a:p>
            <a:r>
              <a:rPr lang="en-US" altLang="zh-TW">
                <a:latin typeface="Fira Code" pitchFamily="1" charset="0"/>
                <a:ea typeface="Fira Code" pitchFamily="1" charset="0"/>
                <a:cs typeface="Fira Code" pitchFamily="1" charset="0"/>
              </a:rPr>
              <a:t>M11417001 </a:t>
            </a:r>
            <a:r>
              <a:rPr lang="zh-TW" altLang="en-US">
                <a:latin typeface="標楷體" panose="03000509000000000000" pitchFamily="65" charset="-120"/>
                <a:ea typeface="標楷體" panose="03000509000000000000" pitchFamily="65" charset="-120"/>
                <a:cs typeface="Fira Code" pitchFamily="1" charset="0"/>
              </a:rPr>
              <a:t>吳宗憲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41C79BB7-CCAB-2243-9830-5569626C4D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5150" y="6087110"/>
            <a:ext cx="4134538" cy="0"/>
          </a:xfrm>
          <a:prstGeom prst="line">
            <a:avLst/>
          </a:prstGeom>
          <a:ln w="127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44406D7A-DB1A-D940-8AD1-93FAF9DD71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291746" y="0"/>
            <a:ext cx="1900254" cy="6858000"/>
            <a:chOff x="10291746" y="0"/>
            <a:chExt cx="1900254" cy="6858000"/>
          </a:xfrm>
        </p:grpSpPr>
        <p:sp>
          <p:nvSpPr>
            <p:cNvPr id="25" name="Freeform 40">
              <a:extLst>
                <a:ext uri="{FF2B5EF4-FFF2-40B4-BE49-F238E27FC236}">
                  <a16:creationId xmlns:a16="http://schemas.microsoft.com/office/drawing/2014/main" id="{D0F85DF7-431B-BE45-B932-0E22FC3F84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5829" y="809310"/>
              <a:ext cx="536171" cy="1124839"/>
            </a:xfrm>
            <a:custGeom>
              <a:avLst/>
              <a:gdLst>
                <a:gd name="connsiteX0" fmla="*/ 536171 w 536171"/>
                <a:gd name="connsiteY0" fmla="*/ 0 h 1124839"/>
                <a:gd name="connsiteX1" fmla="*/ 536171 w 536171"/>
                <a:gd name="connsiteY1" fmla="*/ 1124839 h 1124839"/>
                <a:gd name="connsiteX2" fmla="*/ 451423 w 536171"/>
                <a:gd name="connsiteY2" fmla="*/ 1116295 h 1124839"/>
                <a:gd name="connsiteX3" fmla="*/ 0 w 536171"/>
                <a:gd name="connsiteY3" fmla="*/ 562419 h 1124839"/>
                <a:gd name="connsiteX4" fmla="*/ 451423 w 536171"/>
                <a:gd name="connsiteY4" fmla="*/ 8543 h 1124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6171" h="1124839">
                  <a:moveTo>
                    <a:pt x="536171" y="0"/>
                  </a:moveTo>
                  <a:lnTo>
                    <a:pt x="536171" y="1124839"/>
                  </a:lnTo>
                  <a:lnTo>
                    <a:pt x="451423" y="1116295"/>
                  </a:lnTo>
                  <a:cubicBezTo>
                    <a:pt x="193797" y="1063577"/>
                    <a:pt x="0" y="835630"/>
                    <a:pt x="0" y="562419"/>
                  </a:cubicBezTo>
                  <a:cubicBezTo>
                    <a:pt x="0" y="289208"/>
                    <a:pt x="193797" y="61261"/>
                    <a:pt x="451423" y="854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6" name="Freeform 41">
              <a:extLst>
                <a:ext uri="{FF2B5EF4-FFF2-40B4-BE49-F238E27FC236}">
                  <a16:creationId xmlns:a16="http://schemas.microsoft.com/office/drawing/2014/main" id="{BEA0AA89-2965-2A44-B84E-51C748B2D2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1748" y="0"/>
              <a:ext cx="1130725" cy="565362"/>
            </a:xfrm>
            <a:custGeom>
              <a:avLst/>
              <a:gdLst>
                <a:gd name="connsiteX0" fmla="*/ 0 w 1130725"/>
                <a:gd name="connsiteY0" fmla="*/ 0 h 565362"/>
                <a:gd name="connsiteX1" fmla="*/ 25420 w 1130725"/>
                <a:gd name="connsiteY1" fmla="*/ 0 h 565362"/>
                <a:gd name="connsiteX2" fmla="*/ 36369 w 1130725"/>
                <a:gd name="connsiteY2" fmla="*/ 108609 h 565362"/>
                <a:gd name="connsiteX3" fmla="*/ 565363 w 1130725"/>
                <a:gd name="connsiteY3" fmla="*/ 539750 h 565362"/>
                <a:gd name="connsiteX4" fmla="*/ 1094356 w 1130725"/>
                <a:gd name="connsiteY4" fmla="*/ 108609 h 565362"/>
                <a:gd name="connsiteX5" fmla="*/ 1105305 w 1130725"/>
                <a:gd name="connsiteY5" fmla="*/ 0 h 565362"/>
                <a:gd name="connsiteX6" fmla="*/ 1130725 w 1130725"/>
                <a:gd name="connsiteY6" fmla="*/ 0 h 565362"/>
                <a:gd name="connsiteX7" fmla="*/ 565363 w 1130725"/>
                <a:gd name="connsiteY7" fmla="*/ 565362 h 565362"/>
                <a:gd name="connsiteX8" fmla="*/ 0 w 1130725"/>
                <a:gd name="connsiteY8" fmla="*/ 0 h 5653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130725" h="565362">
                  <a:moveTo>
                    <a:pt x="0" y="0"/>
                  </a:moveTo>
                  <a:lnTo>
                    <a:pt x="25420" y="0"/>
                  </a:lnTo>
                  <a:lnTo>
                    <a:pt x="36369" y="108609"/>
                  </a:lnTo>
                  <a:cubicBezTo>
                    <a:pt x="86718" y="354660"/>
                    <a:pt x="304425" y="539750"/>
                    <a:pt x="565363" y="539750"/>
                  </a:cubicBezTo>
                  <a:cubicBezTo>
                    <a:pt x="826300" y="539750"/>
                    <a:pt x="1044007" y="354660"/>
                    <a:pt x="1094356" y="108609"/>
                  </a:cubicBezTo>
                  <a:lnTo>
                    <a:pt x="1105305" y="0"/>
                  </a:lnTo>
                  <a:lnTo>
                    <a:pt x="1130725" y="0"/>
                  </a:lnTo>
                  <a:cubicBezTo>
                    <a:pt x="1130725" y="312241"/>
                    <a:pt x="877604" y="565362"/>
                    <a:pt x="565363" y="565362"/>
                  </a:cubicBezTo>
                  <a:cubicBezTo>
                    <a:pt x="253121" y="565362"/>
                    <a:pt x="0" y="312241"/>
                    <a:pt x="0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7" name="Freeform 42">
              <a:extLst>
                <a:ext uri="{FF2B5EF4-FFF2-40B4-BE49-F238E27FC236}">
                  <a16:creationId xmlns:a16="http://schemas.microsoft.com/office/drawing/2014/main" id="{7EC47259-887A-FD48-989C-42BC5A3C98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6578" y="0"/>
              <a:ext cx="535422" cy="562344"/>
            </a:xfrm>
            <a:custGeom>
              <a:avLst/>
              <a:gdLst>
                <a:gd name="connsiteX0" fmla="*/ 0 w 535422"/>
                <a:gd name="connsiteY0" fmla="*/ 0 h 562344"/>
                <a:gd name="connsiteX1" fmla="*/ 25421 w 535422"/>
                <a:gd name="connsiteY1" fmla="*/ 0 h 562344"/>
                <a:gd name="connsiteX2" fmla="*/ 36370 w 535422"/>
                <a:gd name="connsiteY2" fmla="*/ 108609 h 562344"/>
                <a:gd name="connsiteX3" fmla="*/ 469781 w 535422"/>
                <a:gd name="connsiteY3" fmla="*/ 531316 h 562344"/>
                <a:gd name="connsiteX4" fmla="*/ 535422 w 535422"/>
                <a:gd name="connsiteY4" fmla="*/ 537108 h 562344"/>
                <a:gd name="connsiteX5" fmla="*/ 535422 w 535422"/>
                <a:gd name="connsiteY5" fmla="*/ 562344 h 562344"/>
                <a:gd name="connsiteX6" fmla="*/ 451424 w 535422"/>
                <a:gd name="connsiteY6" fmla="*/ 553876 h 562344"/>
                <a:gd name="connsiteX7" fmla="*/ 0 w 535422"/>
                <a:gd name="connsiteY7" fmla="*/ 0 h 562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35422" h="562344">
                  <a:moveTo>
                    <a:pt x="0" y="0"/>
                  </a:moveTo>
                  <a:lnTo>
                    <a:pt x="25421" y="0"/>
                  </a:lnTo>
                  <a:lnTo>
                    <a:pt x="36370" y="108609"/>
                  </a:lnTo>
                  <a:cubicBezTo>
                    <a:pt x="80425" y="323904"/>
                    <a:pt x="252614" y="492525"/>
                    <a:pt x="469781" y="531316"/>
                  </a:cubicBezTo>
                  <a:lnTo>
                    <a:pt x="535422" y="537108"/>
                  </a:lnTo>
                  <a:lnTo>
                    <a:pt x="535422" y="562344"/>
                  </a:lnTo>
                  <a:lnTo>
                    <a:pt x="451424" y="553876"/>
                  </a:lnTo>
                  <a:cubicBezTo>
                    <a:pt x="193797" y="501158"/>
                    <a:pt x="0" y="273211"/>
                    <a:pt x="0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8" name="Freeform 43">
              <a:extLst>
                <a:ext uri="{FF2B5EF4-FFF2-40B4-BE49-F238E27FC236}">
                  <a16:creationId xmlns:a16="http://schemas.microsoft.com/office/drawing/2014/main" id="{16E261C3-18BE-934F-8A2B-59BE70AE2F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6578" y="2181112"/>
              <a:ext cx="535422" cy="1124687"/>
            </a:xfrm>
            <a:custGeom>
              <a:avLst/>
              <a:gdLst>
                <a:gd name="connsiteX0" fmla="*/ 535422 w 535422"/>
                <a:gd name="connsiteY0" fmla="*/ 0 h 1124687"/>
                <a:gd name="connsiteX1" fmla="*/ 535422 w 535422"/>
                <a:gd name="connsiteY1" fmla="*/ 25186 h 1124687"/>
                <a:gd name="connsiteX2" fmla="*/ 456541 w 535422"/>
                <a:gd name="connsiteY2" fmla="*/ 33138 h 1124687"/>
                <a:gd name="connsiteX3" fmla="*/ 25399 w 535422"/>
                <a:gd name="connsiteY3" fmla="*/ 562130 h 1124687"/>
                <a:gd name="connsiteX4" fmla="*/ 456541 w 535422"/>
                <a:gd name="connsiteY4" fmla="*/ 1091123 h 1124687"/>
                <a:gd name="connsiteX5" fmla="*/ 535422 w 535422"/>
                <a:gd name="connsiteY5" fmla="*/ 1099075 h 1124687"/>
                <a:gd name="connsiteX6" fmla="*/ 535422 w 535422"/>
                <a:gd name="connsiteY6" fmla="*/ 1124687 h 1124687"/>
                <a:gd name="connsiteX7" fmla="*/ 451423 w 535422"/>
                <a:gd name="connsiteY7" fmla="*/ 1116219 h 1124687"/>
                <a:gd name="connsiteX8" fmla="*/ 0 w 535422"/>
                <a:gd name="connsiteY8" fmla="*/ 562343 h 1124687"/>
                <a:gd name="connsiteX9" fmla="*/ 451423 w 535422"/>
                <a:gd name="connsiteY9" fmla="*/ 8468 h 11246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35422" h="1124687">
                  <a:moveTo>
                    <a:pt x="535422" y="0"/>
                  </a:moveTo>
                  <a:lnTo>
                    <a:pt x="535422" y="25186"/>
                  </a:lnTo>
                  <a:lnTo>
                    <a:pt x="456541" y="33138"/>
                  </a:lnTo>
                  <a:cubicBezTo>
                    <a:pt x="210489" y="83487"/>
                    <a:pt x="25399" y="301194"/>
                    <a:pt x="25399" y="562130"/>
                  </a:cubicBezTo>
                  <a:cubicBezTo>
                    <a:pt x="25399" y="823067"/>
                    <a:pt x="210489" y="1040774"/>
                    <a:pt x="456541" y="1091123"/>
                  </a:cubicBezTo>
                  <a:lnTo>
                    <a:pt x="535422" y="1099075"/>
                  </a:lnTo>
                  <a:lnTo>
                    <a:pt x="535422" y="1124687"/>
                  </a:lnTo>
                  <a:lnTo>
                    <a:pt x="451423" y="1116219"/>
                  </a:lnTo>
                  <a:cubicBezTo>
                    <a:pt x="193797" y="1063501"/>
                    <a:pt x="0" y="835554"/>
                    <a:pt x="0" y="562343"/>
                  </a:cubicBezTo>
                  <a:cubicBezTo>
                    <a:pt x="0" y="289132"/>
                    <a:pt x="193797" y="61185"/>
                    <a:pt x="451423" y="8468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9" name="Freeform 44">
              <a:extLst>
                <a:ext uri="{FF2B5EF4-FFF2-40B4-BE49-F238E27FC236}">
                  <a16:creationId xmlns:a16="http://schemas.microsoft.com/office/drawing/2014/main" id="{35A2267B-0862-A24E-87D2-6CE5187CF9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1746" y="806365"/>
              <a:ext cx="1130726" cy="1130724"/>
            </a:xfrm>
            <a:custGeom>
              <a:avLst/>
              <a:gdLst>
                <a:gd name="connsiteX0" fmla="*/ 565363 w 1130726"/>
                <a:gd name="connsiteY0" fmla="*/ 25186 h 1130724"/>
                <a:gd name="connsiteX1" fmla="*/ 25399 w 1130726"/>
                <a:gd name="connsiteY1" fmla="*/ 565149 h 1130724"/>
                <a:gd name="connsiteX2" fmla="*/ 565363 w 1130726"/>
                <a:gd name="connsiteY2" fmla="*/ 1105112 h 1130724"/>
                <a:gd name="connsiteX3" fmla="*/ 1105327 w 1130726"/>
                <a:gd name="connsiteY3" fmla="*/ 565149 h 1130724"/>
                <a:gd name="connsiteX4" fmla="*/ 565363 w 1130726"/>
                <a:gd name="connsiteY4" fmla="*/ 25186 h 1130724"/>
                <a:gd name="connsiteX5" fmla="*/ 565363 w 1130726"/>
                <a:gd name="connsiteY5" fmla="*/ 0 h 1130724"/>
                <a:gd name="connsiteX6" fmla="*/ 1130726 w 1130726"/>
                <a:gd name="connsiteY6" fmla="*/ 565362 h 1130724"/>
                <a:gd name="connsiteX7" fmla="*/ 565363 w 1130726"/>
                <a:gd name="connsiteY7" fmla="*/ 1130724 h 1130724"/>
                <a:gd name="connsiteX8" fmla="*/ 0 w 1130726"/>
                <a:gd name="connsiteY8" fmla="*/ 565362 h 1130724"/>
                <a:gd name="connsiteX9" fmla="*/ 565363 w 1130726"/>
                <a:gd name="connsiteY9" fmla="*/ 0 h 1130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30726" h="1130724">
                  <a:moveTo>
                    <a:pt x="565363" y="25186"/>
                  </a:moveTo>
                  <a:cubicBezTo>
                    <a:pt x="267149" y="25186"/>
                    <a:pt x="25399" y="266936"/>
                    <a:pt x="25399" y="565149"/>
                  </a:cubicBezTo>
                  <a:cubicBezTo>
                    <a:pt x="25399" y="863362"/>
                    <a:pt x="267149" y="1105112"/>
                    <a:pt x="565363" y="1105112"/>
                  </a:cubicBezTo>
                  <a:cubicBezTo>
                    <a:pt x="863577" y="1105112"/>
                    <a:pt x="1105327" y="863362"/>
                    <a:pt x="1105327" y="565149"/>
                  </a:cubicBezTo>
                  <a:cubicBezTo>
                    <a:pt x="1105327" y="266936"/>
                    <a:pt x="863577" y="25186"/>
                    <a:pt x="565363" y="25186"/>
                  </a:cubicBezTo>
                  <a:close/>
                  <a:moveTo>
                    <a:pt x="565363" y="0"/>
                  </a:moveTo>
                  <a:cubicBezTo>
                    <a:pt x="877604" y="0"/>
                    <a:pt x="1130726" y="253121"/>
                    <a:pt x="1130726" y="565362"/>
                  </a:cubicBezTo>
                  <a:cubicBezTo>
                    <a:pt x="1130726" y="877603"/>
                    <a:pt x="877604" y="1130724"/>
                    <a:pt x="565363" y="1130724"/>
                  </a:cubicBezTo>
                  <a:cubicBezTo>
                    <a:pt x="253122" y="1130724"/>
                    <a:pt x="0" y="877603"/>
                    <a:pt x="0" y="565362"/>
                  </a:cubicBezTo>
                  <a:cubicBezTo>
                    <a:pt x="0" y="253121"/>
                    <a:pt x="253122" y="0"/>
                    <a:pt x="565363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0" name="Freeform 45">
              <a:extLst>
                <a:ext uri="{FF2B5EF4-FFF2-40B4-BE49-F238E27FC236}">
                  <a16:creationId xmlns:a16="http://schemas.microsoft.com/office/drawing/2014/main" id="{A404A0DE-A076-8C4E-B8D4-EBC9453377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6578" y="3552837"/>
              <a:ext cx="535422" cy="1124688"/>
            </a:xfrm>
            <a:custGeom>
              <a:avLst/>
              <a:gdLst>
                <a:gd name="connsiteX0" fmla="*/ 535422 w 535422"/>
                <a:gd name="connsiteY0" fmla="*/ 0 h 1124688"/>
                <a:gd name="connsiteX1" fmla="*/ 535422 w 535422"/>
                <a:gd name="connsiteY1" fmla="*/ 25186 h 1124688"/>
                <a:gd name="connsiteX2" fmla="*/ 456541 w 535422"/>
                <a:gd name="connsiteY2" fmla="*/ 33138 h 1124688"/>
                <a:gd name="connsiteX3" fmla="*/ 25399 w 535422"/>
                <a:gd name="connsiteY3" fmla="*/ 562131 h 1124688"/>
                <a:gd name="connsiteX4" fmla="*/ 456541 w 535422"/>
                <a:gd name="connsiteY4" fmla="*/ 1091124 h 1124688"/>
                <a:gd name="connsiteX5" fmla="*/ 535422 w 535422"/>
                <a:gd name="connsiteY5" fmla="*/ 1099076 h 1124688"/>
                <a:gd name="connsiteX6" fmla="*/ 535422 w 535422"/>
                <a:gd name="connsiteY6" fmla="*/ 1124688 h 1124688"/>
                <a:gd name="connsiteX7" fmla="*/ 451423 w 535422"/>
                <a:gd name="connsiteY7" fmla="*/ 1116220 h 1124688"/>
                <a:gd name="connsiteX8" fmla="*/ 0 w 535422"/>
                <a:gd name="connsiteY8" fmla="*/ 562344 h 1124688"/>
                <a:gd name="connsiteX9" fmla="*/ 451423 w 535422"/>
                <a:gd name="connsiteY9" fmla="*/ 8468 h 1124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35422" h="1124688">
                  <a:moveTo>
                    <a:pt x="535422" y="0"/>
                  </a:moveTo>
                  <a:lnTo>
                    <a:pt x="535422" y="25186"/>
                  </a:lnTo>
                  <a:lnTo>
                    <a:pt x="456541" y="33138"/>
                  </a:lnTo>
                  <a:cubicBezTo>
                    <a:pt x="210489" y="83488"/>
                    <a:pt x="25399" y="301195"/>
                    <a:pt x="25399" y="562131"/>
                  </a:cubicBezTo>
                  <a:cubicBezTo>
                    <a:pt x="25399" y="823068"/>
                    <a:pt x="210489" y="1040775"/>
                    <a:pt x="456541" y="1091124"/>
                  </a:cubicBezTo>
                  <a:lnTo>
                    <a:pt x="535422" y="1099076"/>
                  </a:lnTo>
                  <a:lnTo>
                    <a:pt x="535422" y="1124688"/>
                  </a:lnTo>
                  <a:lnTo>
                    <a:pt x="451423" y="1116220"/>
                  </a:lnTo>
                  <a:cubicBezTo>
                    <a:pt x="193797" y="1063502"/>
                    <a:pt x="0" y="835555"/>
                    <a:pt x="0" y="562344"/>
                  </a:cubicBezTo>
                  <a:cubicBezTo>
                    <a:pt x="0" y="289133"/>
                    <a:pt x="193797" y="61186"/>
                    <a:pt x="451423" y="8468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1" name="Freeform 53">
              <a:extLst>
                <a:ext uri="{FF2B5EF4-FFF2-40B4-BE49-F238E27FC236}">
                  <a16:creationId xmlns:a16="http://schemas.microsoft.com/office/drawing/2014/main" id="{9EED6D73-C275-3347-BB66-C839642572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6642" y="6295916"/>
              <a:ext cx="535358" cy="562084"/>
            </a:xfrm>
            <a:custGeom>
              <a:avLst/>
              <a:gdLst>
                <a:gd name="connsiteX0" fmla="*/ 535358 w 535358"/>
                <a:gd name="connsiteY0" fmla="*/ 0 h 562084"/>
                <a:gd name="connsiteX1" fmla="*/ 535358 w 535358"/>
                <a:gd name="connsiteY1" fmla="*/ 25186 h 562084"/>
                <a:gd name="connsiteX2" fmla="*/ 469717 w 535358"/>
                <a:gd name="connsiteY2" fmla="*/ 30978 h 562084"/>
                <a:gd name="connsiteX3" fmla="*/ 36306 w 535358"/>
                <a:gd name="connsiteY3" fmla="*/ 453686 h 562084"/>
                <a:gd name="connsiteX4" fmla="*/ 25378 w 535358"/>
                <a:gd name="connsiteY4" fmla="*/ 562084 h 562084"/>
                <a:gd name="connsiteX5" fmla="*/ 0 w 535358"/>
                <a:gd name="connsiteY5" fmla="*/ 562084 h 562084"/>
                <a:gd name="connsiteX6" fmla="*/ 11423 w 535358"/>
                <a:gd name="connsiteY6" fmla="*/ 448780 h 562084"/>
                <a:gd name="connsiteX7" fmla="*/ 465221 w 535358"/>
                <a:gd name="connsiteY7" fmla="*/ 6189 h 5620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35358" h="562084">
                  <a:moveTo>
                    <a:pt x="535358" y="0"/>
                  </a:moveTo>
                  <a:lnTo>
                    <a:pt x="535358" y="25186"/>
                  </a:lnTo>
                  <a:lnTo>
                    <a:pt x="469717" y="30978"/>
                  </a:lnTo>
                  <a:cubicBezTo>
                    <a:pt x="252550" y="69769"/>
                    <a:pt x="80361" y="238391"/>
                    <a:pt x="36306" y="453686"/>
                  </a:cubicBezTo>
                  <a:lnTo>
                    <a:pt x="25378" y="562084"/>
                  </a:lnTo>
                  <a:lnTo>
                    <a:pt x="0" y="562084"/>
                  </a:lnTo>
                  <a:lnTo>
                    <a:pt x="11423" y="448780"/>
                  </a:lnTo>
                  <a:cubicBezTo>
                    <a:pt x="57551" y="223357"/>
                    <a:pt x="237840" y="46805"/>
                    <a:pt x="465221" y="6189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63940641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DDD207D-46E0-F6F6-740A-F1D279CB70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ea typeface="Fira Code" pitchFamily="1" charset="0"/>
                <a:cs typeface="Fira Code" pitchFamily="1" charset="0"/>
              </a:rPr>
              <a:t>Demo </a:t>
            </a:r>
            <a:r>
              <a:rPr lang="zh-TW" altLang="en-US" dirty="0">
                <a:cs typeface="Fira Code" pitchFamily="1" charset="0"/>
              </a:rPr>
              <a:t>架構簡述</a:t>
            </a:r>
          </a:p>
        </p:txBody>
      </p:sp>
      <p:graphicFrame>
        <p:nvGraphicFramePr>
          <p:cNvPr id="5" name="內容版面配置區 2">
            <a:extLst>
              <a:ext uri="{FF2B5EF4-FFF2-40B4-BE49-F238E27FC236}">
                <a16:creationId xmlns:a16="http://schemas.microsoft.com/office/drawing/2014/main" id="{9E27B6A2-1180-1FC8-44FB-1B3EB6DCBF0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34418366"/>
              </p:ext>
            </p:extLst>
          </p:nvPr>
        </p:nvGraphicFramePr>
        <p:xfrm>
          <a:off x="565150" y="2160016"/>
          <a:ext cx="7335835" cy="36012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文字方塊 2">
            <a:extLst>
              <a:ext uri="{FF2B5EF4-FFF2-40B4-BE49-F238E27FC236}">
                <a16:creationId xmlns:a16="http://schemas.microsoft.com/office/drawing/2014/main" id="{E0E4B76C-FDEF-557C-83B9-BF1917CD781E}"/>
              </a:ext>
            </a:extLst>
          </p:cNvPr>
          <p:cNvSpPr txBox="1"/>
          <p:nvPr/>
        </p:nvSpPr>
        <p:spPr>
          <a:xfrm>
            <a:off x="2876139" y="4841966"/>
            <a:ext cx="50248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>
                <a:solidFill>
                  <a:srgbClr val="FF0000"/>
                </a:solidFill>
              </a:rPr>
              <a:t>※</a:t>
            </a:r>
            <a:r>
              <a:rPr lang="zh-TW" altLang="en-US" dirty="0">
                <a:solidFill>
                  <a:srgbClr val="FF0000"/>
                </a:solidFill>
              </a:rPr>
              <a:t>尚未串接資料庫，使用者資料僅存在後端</a:t>
            </a:r>
          </a:p>
        </p:txBody>
      </p:sp>
    </p:spTree>
    <p:extLst>
      <p:ext uri="{BB962C8B-B14F-4D97-AF65-F5344CB8AC3E}">
        <p14:creationId xmlns:p14="http://schemas.microsoft.com/office/powerpoint/2010/main" val="6331648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93D216-982B-81FF-80B8-E8D9938116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0" y="770890"/>
            <a:ext cx="10240521" cy="1268984"/>
          </a:xfrm>
        </p:spPr>
        <p:txBody>
          <a:bodyPr>
            <a:normAutofit/>
          </a:bodyPr>
          <a:lstStyle/>
          <a:p>
            <a:r>
              <a:rPr lang="zh-TW" altLang="en-US" dirty="0"/>
              <a:t>網頁驗證流程 </a:t>
            </a:r>
            <a:r>
              <a:rPr lang="en-US" altLang="zh-TW" dirty="0"/>
              <a:t>– </a:t>
            </a:r>
            <a:r>
              <a:rPr lang="zh-TW" altLang="en-US" dirty="0"/>
              <a:t>註冊 </a:t>
            </a:r>
            <a:r>
              <a:rPr lang="en-US" altLang="zh-TW" b="0" dirty="0">
                <a:solidFill>
                  <a:srgbClr val="CE9178"/>
                </a:solidFill>
                <a:effectLst/>
                <a:latin typeface="Fira code" pitchFamily="1" charset="0"/>
              </a:rPr>
              <a:t>/register</a:t>
            </a:r>
            <a:endParaRPr lang="zh-TW" altLang="en-US" dirty="0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227CAC6-BD1F-CFBF-C549-82BC31837819}"/>
              </a:ext>
            </a:extLst>
          </p:cNvPr>
          <p:cNvSpPr/>
          <p:nvPr/>
        </p:nvSpPr>
        <p:spPr>
          <a:xfrm>
            <a:off x="3766219" y="1965350"/>
            <a:ext cx="340011" cy="27016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前端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6AF1438-E8A1-25D1-F4BA-0D6DAF74CEF9}"/>
              </a:ext>
            </a:extLst>
          </p:cNvPr>
          <p:cNvSpPr/>
          <p:nvPr/>
        </p:nvSpPr>
        <p:spPr>
          <a:xfrm>
            <a:off x="7563898" y="1965350"/>
            <a:ext cx="340012" cy="27016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後端</a:t>
            </a:r>
          </a:p>
        </p:txBody>
      </p:sp>
      <p:cxnSp>
        <p:nvCxnSpPr>
          <p:cNvPr id="11" name="直線單箭頭接點 10">
            <a:extLst>
              <a:ext uri="{FF2B5EF4-FFF2-40B4-BE49-F238E27FC236}">
                <a16:creationId xmlns:a16="http://schemas.microsoft.com/office/drawing/2014/main" id="{897F46BA-70CA-0F4A-EBD9-D4EFDB962C04}"/>
              </a:ext>
            </a:extLst>
          </p:cNvPr>
          <p:cNvCxnSpPr>
            <a:cxnSpLocks/>
          </p:cNvCxnSpPr>
          <p:nvPr/>
        </p:nvCxnSpPr>
        <p:spPr>
          <a:xfrm>
            <a:off x="2342382" y="2409206"/>
            <a:ext cx="1323347" cy="1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70ED5A8E-1E7B-7555-6B38-81FB669E4B71}"/>
              </a:ext>
            </a:extLst>
          </p:cNvPr>
          <p:cNvSpPr txBox="1"/>
          <p:nvPr/>
        </p:nvSpPr>
        <p:spPr>
          <a:xfrm>
            <a:off x="2317001" y="2039874"/>
            <a:ext cx="1284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username</a:t>
            </a:r>
            <a:endParaRPr lang="zh-TW" altLang="en-US" dirty="0"/>
          </a:p>
        </p:txBody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3A6B441E-E8D4-E360-E3FF-70D2E5F6844D}"/>
              </a:ext>
            </a:extLst>
          </p:cNvPr>
          <p:cNvSpPr/>
          <p:nvPr/>
        </p:nvSpPr>
        <p:spPr>
          <a:xfrm>
            <a:off x="1386329" y="1972216"/>
            <a:ext cx="748146" cy="88771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使用者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63936D2B-CFEE-9B24-59B8-90E7BDCD3D85}"/>
              </a:ext>
            </a:extLst>
          </p:cNvPr>
          <p:cNvSpPr txBox="1"/>
          <p:nvPr/>
        </p:nvSpPr>
        <p:spPr>
          <a:xfrm>
            <a:off x="4280189" y="1994748"/>
            <a:ext cx="29518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Post </a:t>
            </a:r>
            <a:r>
              <a:rPr lang="en-US" altLang="zh-TW" dirty="0">
                <a:solidFill>
                  <a:srgbClr val="FF0000"/>
                </a:solidFill>
              </a:rPr>
              <a:t>/register </a:t>
            </a:r>
            <a:r>
              <a:rPr lang="en-US" altLang="zh-TW" dirty="0"/>
              <a:t>{username}</a:t>
            </a:r>
            <a:endParaRPr lang="zh-TW" altLang="en-US" dirty="0"/>
          </a:p>
        </p:txBody>
      </p: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29EB607A-316C-F61E-CE68-8EABCEE17DE7}"/>
              </a:ext>
            </a:extLst>
          </p:cNvPr>
          <p:cNvCxnSpPr>
            <a:cxnSpLocks/>
          </p:cNvCxnSpPr>
          <p:nvPr/>
        </p:nvCxnSpPr>
        <p:spPr>
          <a:xfrm>
            <a:off x="4326371" y="2409207"/>
            <a:ext cx="2831811" cy="6866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9" name="直線單箭頭接點 18">
            <a:extLst>
              <a:ext uri="{FF2B5EF4-FFF2-40B4-BE49-F238E27FC236}">
                <a16:creationId xmlns:a16="http://schemas.microsoft.com/office/drawing/2014/main" id="{D2A2F7C8-4C2F-2CDC-3154-00F8F9971D2A}"/>
              </a:ext>
            </a:extLst>
          </p:cNvPr>
          <p:cNvCxnSpPr>
            <a:cxnSpLocks/>
          </p:cNvCxnSpPr>
          <p:nvPr/>
        </p:nvCxnSpPr>
        <p:spPr>
          <a:xfrm flipH="1">
            <a:off x="4326371" y="3045709"/>
            <a:ext cx="2757920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A5C21DC1-6848-1443-F317-51816D1424CF}"/>
              </a:ext>
            </a:extLst>
          </p:cNvPr>
          <p:cNvSpPr txBox="1"/>
          <p:nvPr/>
        </p:nvSpPr>
        <p:spPr>
          <a:xfrm>
            <a:off x="4106230" y="2582072"/>
            <a:ext cx="35432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Return {challenge &amp; </a:t>
            </a:r>
            <a:r>
              <a:rPr lang="en-US" altLang="zh-TW" dirty="0" err="1"/>
              <a:t>WebAuthn</a:t>
            </a:r>
            <a:r>
              <a:rPr lang="en-US" altLang="zh-TW" dirty="0"/>
              <a:t>}</a:t>
            </a:r>
            <a:endParaRPr lang="zh-TW" altLang="en-US" dirty="0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A5E5DEEA-DC72-25AE-6F35-14531CF21846}"/>
              </a:ext>
            </a:extLst>
          </p:cNvPr>
          <p:cNvSpPr/>
          <p:nvPr/>
        </p:nvSpPr>
        <p:spPr>
          <a:xfrm>
            <a:off x="7903910" y="2416073"/>
            <a:ext cx="2145254" cy="62963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判斷新舊使用者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68F6ED73-A3E9-297A-0696-A2EAF5A07E5C}"/>
              </a:ext>
            </a:extLst>
          </p:cNvPr>
          <p:cNvSpPr txBox="1"/>
          <p:nvPr/>
        </p:nvSpPr>
        <p:spPr>
          <a:xfrm>
            <a:off x="4206721" y="3218606"/>
            <a:ext cx="3357178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600" dirty="0"/>
              <a:t>新用戶產生一組隨機碼，依照使用套件打包為瀏覽器</a:t>
            </a:r>
            <a:r>
              <a:rPr lang="en-US" altLang="zh-TW" sz="1600" dirty="0"/>
              <a:t>API</a:t>
            </a:r>
            <a:r>
              <a:rPr lang="zh-TW" altLang="en-US" sz="1600" dirty="0"/>
              <a:t>能接收的格式，以及其他參數</a:t>
            </a:r>
            <a:r>
              <a:rPr lang="en-US" altLang="zh-TW" sz="1600" dirty="0"/>
              <a:t>:</a:t>
            </a:r>
          </a:p>
          <a:p>
            <a:r>
              <a:rPr lang="en-US" altLang="zh-TW" sz="1600" b="0" dirty="0" err="1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Fira code" pitchFamily="1" charset="0"/>
              </a:rPr>
              <a:t>user_verification</a:t>
            </a:r>
            <a:endParaRPr lang="en-US" altLang="zh-TW" sz="1600" b="0" dirty="0">
              <a:solidFill>
                <a:schemeClr val="tx2">
                  <a:lumMod val="75000"/>
                  <a:lumOff val="25000"/>
                </a:schemeClr>
              </a:solidFill>
              <a:effectLst/>
              <a:latin typeface="Fira code" pitchFamily="1" charset="0"/>
            </a:endParaRPr>
          </a:p>
          <a:p>
            <a:r>
              <a:rPr lang="en-US" altLang="zh-TW" sz="1600" b="0" dirty="0" err="1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Fira code" pitchFamily="1" charset="0"/>
              </a:rPr>
              <a:t>authenticator_attachment</a:t>
            </a:r>
            <a:endParaRPr lang="en-US" altLang="zh-TW" sz="1600" b="0" dirty="0">
              <a:solidFill>
                <a:schemeClr val="tx2">
                  <a:lumMod val="75000"/>
                  <a:lumOff val="25000"/>
                </a:schemeClr>
              </a:solidFill>
              <a:effectLst/>
              <a:latin typeface="Fira code" pitchFamily="1" charset="0"/>
            </a:endParaRPr>
          </a:p>
          <a:p>
            <a:r>
              <a:rPr lang="en-US" altLang="zh-TW" sz="1600" b="0" dirty="0" err="1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Fira code" pitchFamily="1" charset="0"/>
              </a:rPr>
              <a:t>resident_key_requirement</a:t>
            </a:r>
            <a:endParaRPr lang="en-US" altLang="zh-TW" sz="1600" b="0" dirty="0">
              <a:solidFill>
                <a:schemeClr val="tx2">
                  <a:lumMod val="75000"/>
                  <a:lumOff val="25000"/>
                </a:schemeClr>
              </a:solidFill>
              <a:effectLst/>
              <a:latin typeface="Fira code" pitchFamily="1" charset="0"/>
            </a:endParaRPr>
          </a:p>
          <a:p>
            <a:r>
              <a:rPr lang="zh-TW" altLang="en-US" sz="1600" dirty="0"/>
              <a:t>再 </a:t>
            </a:r>
            <a:r>
              <a:rPr lang="en-US" altLang="zh-TW" sz="1600" dirty="0"/>
              <a:t>Return </a:t>
            </a:r>
            <a:r>
              <a:rPr lang="zh-TW" altLang="en-US" sz="1600" dirty="0"/>
              <a:t>給前端</a:t>
            </a:r>
            <a:endParaRPr lang="en-US" altLang="zh-TW" sz="1600" dirty="0"/>
          </a:p>
          <a:p>
            <a:endParaRPr lang="zh-TW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8992085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93D216-982B-81FF-80B8-E8D9938116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0" y="770890"/>
            <a:ext cx="10240521" cy="1268984"/>
          </a:xfrm>
        </p:spPr>
        <p:txBody>
          <a:bodyPr>
            <a:normAutofit/>
          </a:bodyPr>
          <a:lstStyle/>
          <a:p>
            <a:r>
              <a:rPr lang="zh-TW" altLang="en-US" dirty="0"/>
              <a:t>網頁驗證流程 </a:t>
            </a:r>
            <a:r>
              <a:rPr lang="en-US" altLang="zh-TW" dirty="0"/>
              <a:t>–</a:t>
            </a:r>
            <a:r>
              <a:rPr lang="zh-TW" altLang="en-US" dirty="0"/>
              <a:t> 註冊</a:t>
            </a:r>
            <a:r>
              <a:rPr lang="zh-TW" altLang="en-US" b="0" dirty="0">
                <a:solidFill>
                  <a:srgbClr val="CE9178"/>
                </a:solidFill>
                <a:latin typeface="Fira code" pitchFamily="1" charset="0"/>
              </a:rPr>
              <a:t> 瀏覽器</a:t>
            </a:r>
            <a:r>
              <a:rPr lang="en-US" altLang="zh-TW" b="0" dirty="0">
                <a:solidFill>
                  <a:srgbClr val="CE9178"/>
                </a:solidFill>
                <a:latin typeface="Fira code" pitchFamily="1" charset="0"/>
              </a:rPr>
              <a:t>API</a:t>
            </a:r>
            <a:endParaRPr lang="zh-TW" altLang="en-US" dirty="0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74207E8-3458-1C88-03EB-F43ABC311208}"/>
              </a:ext>
            </a:extLst>
          </p:cNvPr>
          <p:cNvSpPr/>
          <p:nvPr/>
        </p:nvSpPr>
        <p:spPr>
          <a:xfrm>
            <a:off x="1596655" y="3045709"/>
            <a:ext cx="340011" cy="119112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瀏覽器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227CAC6-BD1F-CFBF-C549-82BC31837819}"/>
              </a:ext>
            </a:extLst>
          </p:cNvPr>
          <p:cNvSpPr/>
          <p:nvPr/>
        </p:nvSpPr>
        <p:spPr>
          <a:xfrm>
            <a:off x="3766219" y="1965350"/>
            <a:ext cx="340011" cy="27016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前端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6AF1438-E8A1-25D1-F4BA-0D6DAF74CEF9}"/>
              </a:ext>
            </a:extLst>
          </p:cNvPr>
          <p:cNvSpPr/>
          <p:nvPr/>
        </p:nvSpPr>
        <p:spPr>
          <a:xfrm>
            <a:off x="7563898" y="1965350"/>
            <a:ext cx="340012" cy="27016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後端</a:t>
            </a:r>
          </a:p>
        </p:txBody>
      </p:sp>
      <p:cxnSp>
        <p:nvCxnSpPr>
          <p:cNvPr id="11" name="直線單箭頭接點 10">
            <a:extLst>
              <a:ext uri="{FF2B5EF4-FFF2-40B4-BE49-F238E27FC236}">
                <a16:creationId xmlns:a16="http://schemas.microsoft.com/office/drawing/2014/main" id="{897F46BA-70CA-0F4A-EBD9-D4EFDB962C04}"/>
              </a:ext>
            </a:extLst>
          </p:cNvPr>
          <p:cNvCxnSpPr>
            <a:cxnSpLocks/>
          </p:cNvCxnSpPr>
          <p:nvPr/>
        </p:nvCxnSpPr>
        <p:spPr>
          <a:xfrm>
            <a:off x="2342382" y="2409206"/>
            <a:ext cx="1323347" cy="1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70ED5A8E-1E7B-7555-6B38-81FB669E4B71}"/>
              </a:ext>
            </a:extLst>
          </p:cNvPr>
          <p:cNvSpPr txBox="1"/>
          <p:nvPr/>
        </p:nvSpPr>
        <p:spPr>
          <a:xfrm>
            <a:off x="2317001" y="2039874"/>
            <a:ext cx="1284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username</a:t>
            </a:r>
            <a:endParaRPr lang="zh-TW" altLang="en-US" dirty="0"/>
          </a:p>
        </p:txBody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3A6B441E-E8D4-E360-E3FF-70D2E5F6844D}"/>
              </a:ext>
            </a:extLst>
          </p:cNvPr>
          <p:cNvSpPr/>
          <p:nvPr/>
        </p:nvSpPr>
        <p:spPr>
          <a:xfrm>
            <a:off x="1386329" y="1972216"/>
            <a:ext cx="748146" cy="88771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使用者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63936D2B-CFEE-9B24-59B8-90E7BDCD3D85}"/>
              </a:ext>
            </a:extLst>
          </p:cNvPr>
          <p:cNvSpPr txBox="1"/>
          <p:nvPr/>
        </p:nvSpPr>
        <p:spPr>
          <a:xfrm>
            <a:off x="4280189" y="1994748"/>
            <a:ext cx="29518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Post </a:t>
            </a:r>
            <a:r>
              <a:rPr lang="en-US" altLang="zh-TW" dirty="0">
                <a:solidFill>
                  <a:srgbClr val="FF0000"/>
                </a:solidFill>
              </a:rPr>
              <a:t>/register </a:t>
            </a:r>
            <a:r>
              <a:rPr lang="en-US" altLang="zh-TW" dirty="0"/>
              <a:t>{username}</a:t>
            </a:r>
            <a:endParaRPr lang="zh-TW" altLang="en-US" dirty="0"/>
          </a:p>
        </p:txBody>
      </p: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29EB607A-316C-F61E-CE68-8EABCEE17DE7}"/>
              </a:ext>
            </a:extLst>
          </p:cNvPr>
          <p:cNvCxnSpPr>
            <a:cxnSpLocks/>
          </p:cNvCxnSpPr>
          <p:nvPr/>
        </p:nvCxnSpPr>
        <p:spPr>
          <a:xfrm>
            <a:off x="4326371" y="2409207"/>
            <a:ext cx="2831811" cy="6866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9" name="直線單箭頭接點 18">
            <a:extLst>
              <a:ext uri="{FF2B5EF4-FFF2-40B4-BE49-F238E27FC236}">
                <a16:creationId xmlns:a16="http://schemas.microsoft.com/office/drawing/2014/main" id="{D2A2F7C8-4C2F-2CDC-3154-00F8F9971D2A}"/>
              </a:ext>
            </a:extLst>
          </p:cNvPr>
          <p:cNvCxnSpPr>
            <a:cxnSpLocks/>
          </p:cNvCxnSpPr>
          <p:nvPr/>
        </p:nvCxnSpPr>
        <p:spPr>
          <a:xfrm flipH="1">
            <a:off x="4326371" y="3045709"/>
            <a:ext cx="2757920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A5C21DC1-6848-1443-F317-51816D1424CF}"/>
              </a:ext>
            </a:extLst>
          </p:cNvPr>
          <p:cNvSpPr txBox="1"/>
          <p:nvPr/>
        </p:nvSpPr>
        <p:spPr>
          <a:xfrm>
            <a:off x="4106230" y="2582072"/>
            <a:ext cx="35432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Return {challenge &amp; </a:t>
            </a:r>
            <a:r>
              <a:rPr lang="en-US" altLang="zh-TW" dirty="0" err="1"/>
              <a:t>WebAuthn</a:t>
            </a:r>
            <a:r>
              <a:rPr lang="en-US" altLang="zh-TW" dirty="0"/>
              <a:t>}</a:t>
            </a:r>
            <a:endParaRPr lang="zh-TW" altLang="en-US" dirty="0"/>
          </a:p>
        </p:txBody>
      </p:sp>
      <p:cxnSp>
        <p:nvCxnSpPr>
          <p:cNvPr id="3" name="直線單箭頭接點 2">
            <a:extLst>
              <a:ext uri="{FF2B5EF4-FFF2-40B4-BE49-F238E27FC236}">
                <a16:creationId xmlns:a16="http://schemas.microsoft.com/office/drawing/2014/main" id="{4ECEE5A6-694F-B9B1-2CD2-E50A2E7599E5}"/>
              </a:ext>
            </a:extLst>
          </p:cNvPr>
          <p:cNvCxnSpPr>
            <a:cxnSpLocks/>
          </p:cNvCxnSpPr>
          <p:nvPr/>
        </p:nvCxnSpPr>
        <p:spPr>
          <a:xfrm flipH="1">
            <a:off x="2023780" y="3316162"/>
            <a:ext cx="1641949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" name="文字方塊 8">
            <a:extLst>
              <a:ext uri="{FF2B5EF4-FFF2-40B4-BE49-F238E27FC236}">
                <a16:creationId xmlns:a16="http://schemas.microsoft.com/office/drawing/2014/main" id="{B09AD9AF-448E-0BAB-155A-077AB324EBFE}"/>
              </a:ext>
            </a:extLst>
          </p:cNvPr>
          <p:cNvSpPr txBox="1"/>
          <p:nvPr/>
        </p:nvSpPr>
        <p:spPr>
          <a:xfrm>
            <a:off x="2261114" y="2913510"/>
            <a:ext cx="1284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調用 </a:t>
            </a:r>
            <a:r>
              <a:rPr lang="en-US" altLang="zh-TW" dirty="0"/>
              <a:t>API</a:t>
            </a:r>
            <a:endParaRPr lang="zh-TW" altLang="en-US" dirty="0"/>
          </a:p>
        </p:txBody>
      </p:sp>
      <p:cxnSp>
        <p:nvCxnSpPr>
          <p:cNvPr id="16" name="直線單箭頭接點 15">
            <a:extLst>
              <a:ext uri="{FF2B5EF4-FFF2-40B4-BE49-F238E27FC236}">
                <a16:creationId xmlns:a16="http://schemas.microsoft.com/office/drawing/2014/main" id="{E6B85DB3-E92E-B067-1FB0-735E6A92018D}"/>
              </a:ext>
            </a:extLst>
          </p:cNvPr>
          <p:cNvCxnSpPr>
            <a:cxnSpLocks/>
          </p:cNvCxnSpPr>
          <p:nvPr/>
        </p:nvCxnSpPr>
        <p:spPr>
          <a:xfrm>
            <a:off x="2046737" y="3787147"/>
            <a:ext cx="1658800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9D9EB68C-8871-4A17-8133-9B6914273DBF}"/>
              </a:ext>
            </a:extLst>
          </p:cNvPr>
          <p:cNvSpPr txBox="1"/>
          <p:nvPr/>
        </p:nvSpPr>
        <p:spPr>
          <a:xfrm>
            <a:off x="2078182" y="3462056"/>
            <a:ext cx="1732044" cy="325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650"/>
              </a:lnSpc>
            </a:pPr>
            <a:r>
              <a:rPr lang="en-US" altLang="zh-TW" b="0" dirty="0">
                <a:solidFill>
                  <a:srgbClr val="4FC1FF"/>
                </a:solidFill>
                <a:effectLst/>
                <a:latin typeface="Fira code" pitchFamily="1" charset="0"/>
              </a:rPr>
              <a:t>credential</a:t>
            </a:r>
            <a:endParaRPr lang="en-US" altLang="zh-TW" b="0" dirty="0">
              <a:solidFill>
                <a:srgbClr val="CCCCCC"/>
              </a:solidFill>
              <a:effectLst/>
              <a:latin typeface="Fira code" pitchFamily="1" charset="0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A5E5DEEA-DC72-25AE-6F35-14531CF21846}"/>
              </a:ext>
            </a:extLst>
          </p:cNvPr>
          <p:cNvSpPr/>
          <p:nvPr/>
        </p:nvSpPr>
        <p:spPr>
          <a:xfrm>
            <a:off x="7903910" y="2416073"/>
            <a:ext cx="2145254" cy="62963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判斷新舊使用者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8D78FF31-0E15-CFB7-097A-EEC8D44CC5A9}"/>
              </a:ext>
            </a:extLst>
          </p:cNvPr>
          <p:cNvSpPr txBox="1"/>
          <p:nvPr/>
        </p:nvSpPr>
        <p:spPr>
          <a:xfrm>
            <a:off x="1596655" y="4700295"/>
            <a:ext cx="758819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將收到的資料轉換格式</a:t>
            </a:r>
            <a:r>
              <a:rPr lang="en-US" altLang="zh-TW" dirty="0"/>
              <a:t>(base64</a:t>
            </a:r>
            <a:r>
              <a:rPr lang="zh-TW" altLang="en-US" dirty="0"/>
              <a:t> </a:t>
            </a:r>
            <a:r>
              <a:rPr lang="en-US" altLang="zh-TW" dirty="0"/>
              <a:t>-&gt; byte)</a:t>
            </a:r>
            <a:r>
              <a:rPr lang="zh-TW" altLang="en-US" dirty="0"/>
              <a:t>之後</a:t>
            </a:r>
            <a:endParaRPr lang="en-US" altLang="zh-TW" dirty="0"/>
          </a:p>
          <a:p>
            <a:r>
              <a:rPr lang="zh-TW" altLang="en-US" dirty="0"/>
              <a:t>呼叫通用 </a:t>
            </a:r>
            <a:r>
              <a:rPr lang="en-US" altLang="zh-TW" dirty="0"/>
              <a:t>API</a:t>
            </a:r>
            <a:r>
              <a:rPr lang="zh-TW" altLang="en-US" dirty="0"/>
              <a:t> </a:t>
            </a:r>
            <a:r>
              <a:rPr lang="en-US" altLang="zh-TW" b="0" dirty="0" err="1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Fira code" pitchFamily="1" charset="0"/>
              </a:rPr>
              <a:t>navigator</a:t>
            </a:r>
            <a:r>
              <a:rPr lang="en-US" altLang="zh-TW" b="0" dirty="0" err="1">
                <a:solidFill>
                  <a:srgbClr val="CCCCCC"/>
                </a:solidFill>
                <a:effectLst/>
                <a:latin typeface="Fira code" pitchFamily="1" charset="0"/>
              </a:rPr>
              <a:t>.</a:t>
            </a:r>
            <a:r>
              <a:rPr lang="en-US" altLang="zh-TW" b="0" dirty="0" err="1">
                <a:solidFill>
                  <a:srgbClr val="4FC1FF"/>
                </a:solidFill>
                <a:effectLst/>
                <a:latin typeface="Fira code" pitchFamily="1" charset="0"/>
              </a:rPr>
              <a:t>credentials</a:t>
            </a:r>
            <a:r>
              <a:rPr lang="en-US" altLang="zh-TW" b="0" dirty="0" err="1">
                <a:solidFill>
                  <a:srgbClr val="CCCCCC"/>
                </a:solidFill>
                <a:effectLst/>
                <a:latin typeface="Fira code" pitchFamily="1" charset="0"/>
              </a:rPr>
              <a:t>.</a:t>
            </a:r>
            <a:r>
              <a:rPr lang="en-US" altLang="zh-TW" b="0" dirty="0" err="1">
                <a:solidFill>
                  <a:srgbClr val="FF0000"/>
                </a:solidFill>
                <a:effectLst/>
                <a:latin typeface="Fira code" pitchFamily="1" charset="0"/>
              </a:rPr>
              <a:t>create</a:t>
            </a:r>
            <a:r>
              <a:rPr lang="en-US" altLang="zh-TW" b="0" dirty="0">
                <a:solidFill>
                  <a:srgbClr val="FF0000"/>
                </a:solidFill>
                <a:effectLst/>
                <a:latin typeface="Fira code" pitchFamily="1" charset="0"/>
              </a:rPr>
              <a:t>()</a:t>
            </a:r>
          </a:p>
          <a:p>
            <a:r>
              <a:rPr lang="zh-TW" altLang="en-US" dirty="0"/>
              <a:t>使用驗證器</a:t>
            </a:r>
            <a:r>
              <a:rPr lang="en-US" altLang="zh-TW" dirty="0"/>
              <a:t>(PIN</a:t>
            </a:r>
            <a:r>
              <a:rPr lang="zh-TW" altLang="en-US" dirty="0"/>
              <a:t>、實體金鑰、</a:t>
            </a:r>
            <a:r>
              <a:rPr lang="en-US" altLang="zh-TW" dirty="0"/>
              <a:t>QR</a:t>
            </a:r>
            <a:r>
              <a:rPr lang="zh-TW" altLang="en-US" dirty="0"/>
              <a:t> </a:t>
            </a:r>
            <a:r>
              <a:rPr lang="en-US" altLang="zh-TW" dirty="0"/>
              <a:t>code)</a:t>
            </a:r>
            <a:r>
              <a:rPr lang="zh-TW" altLang="en-US" dirty="0"/>
              <a:t>註冊使用者資料</a:t>
            </a:r>
            <a:r>
              <a:rPr lang="en-US" altLang="zh-TW" dirty="0"/>
              <a:t>(</a:t>
            </a:r>
            <a:r>
              <a:rPr lang="zh-TW" altLang="en-US" dirty="0"/>
              <a:t>儲存在驗證器裡</a:t>
            </a:r>
            <a:r>
              <a:rPr lang="en-US" altLang="zh-TW" dirty="0"/>
              <a:t>)</a:t>
            </a:r>
          </a:p>
          <a:p>
            <a:r>
              <a:rPr lang="zh-TW" altLang="en-US" dirty="0"/>
              <a:t>將資料送回後端</a:t>
            </a:r>
            <a:endParaRPr lang="en-US" altLang="zh-TW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8276305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93D216-982B-81FF-80B8-E8D9938116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0" y="770890"/>
            <a:ext cx="10240521" cy="1268984"/>
          </a:xfrm>
        </p:spPr>
        <p:txBody>
          <a:bodyPr>
            <a:normAutofit/>
          </a:bodyPr>
          <a:lstStyle/>
          <a:p>
            <a:r>
              <a:rPr lang="zh-TW" altLang="en-US" dirty="0"/>
              <a:t>網頁驗證流程 </a:t>
            </a:r>
            <a:r>
              <a:rPr lang="en-US" altLang="zh-TW" dirty="0"/>
              <a:t>–</a:t>
            </a:r>
            <a:r>
              <a:rPr lang="zh-TW" altLang="en-US" dirty="0"/>
              <a:t> 註冊</a:t>
            </a:r>
            <a:r>
              <a:rPr lang="en-US" altLang="zh-TW" b="0" dirty="0">
                <a:solidFill>
                  <a:srgbClr val="CE9178"/>
                </a:solidFill>
                <a:effectLst/>
                <a:latin typeface="Fira code" pitchFamily="1" charset="0"/>
              </a:rPr>
              <a:t>/store-credential</a:t>
            </a:r>
            <a:endParaRPr lang="zh-TW" altLang="en-US" dirty="0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74207E8-3458-1C88-03EB-F43ABC311208}"/>
              </a:ext>
            </a:extLst>
          </p:cNvPr>
          <p:cNvSpPr/>
          <p:nvPr/>
        </p:nvSpPr>
        <p:spPr>
          <a:xfrm>
            <a:off x="1596655" y="3045709"/>
            <a:ext cx="340011" cy="119112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瀏覽器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227CAC6-BD1F-CFBF-C549-82BC31837819}"/>
              </a:ext>
            </a:extLst>
          </p:cNvPr>
          <p:cNvSpPr/>
          <p:nvPr/>
        </p:nvSpPr>
        <p:spPr>
          <a:xfrm>
            <a:off x="3766219" y="1965350"/>
            <a:ext cx="340011" cy="27016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前端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6AF1438-E8A1-25D1-F4BA-0D6DAF74CEF9}"/>
              </a:ext>
            </a:extLst>
          </p:cNvPr>
          <p:cNvSpPr/>
          <p:nvPr/>
        </p:nvSpPr>
        <p:spPr>
          <a:xfrm>
            <a:off x="7563898" y="1965350"/>
            <a:ext cx="340012" cy="27016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後端</a:t>
            </a:r>
          </a:p>
        </p:txBody>
      </p:sp>
      <p:cxnSp>
        <p:nvCxnSpPr>
          <p:cNvPr id="11" name="直線單箭頭接點 10">
            <a:extLst>
              <a:ext uri="{FF2B5EF4-FFF2-40B4-BE49-F238E27FC236}">
                <a16:creationId xmlns:a16="http://schemas.microsoft.com/office/drawing/2014/main" id="{897F46BA-70CA-0F4A-EBD9-D4EFDB962C04}"/>
              </a:ext>
            </a:extLst>
          </p:cNvPr>
          <p:cNvCxnSpPr>
            <a:cxnSpLocks/>
          </p:cNvCxnSpPr>
          <p:nvPr/>
        </p:nvCxnSpPr>
        <p:spPr>
          <a:xfrm>
            <a:off x="2342382" y="2409206"/>
            <a:ext cx="1323347" cy="1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70ED5A8E-1E7B-7555-6B38-81FB669E4B71}"/>
              </a:ext>
            </a:extLst>
          </p:cNvPr>
          <p:cNvSpPr txBox="1"/>
          <p:nvPr/>
        </p:nvSpPr>
        <p:spPr>
          <a:xfrm>
            <a:off x="2317001" y="2039874"/>
            <a:ext cx="1284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username</a:t>
            </a:r>
            <a:endParaRPr lang="zh-TW" altLang="en-US" dirty="0"/>
          </a:p>
        </p:txBody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3A6B441E-E8D4-E360-E3FF-70D2E5F6844D}"/>
              </a:ext>
            </a:extLst>
          </p:cNvPr>
          <p:cNvSpPr/>
          <p:nvPr/>
        </p:nvSpPr>
        <p:spPr>
          <a:xfrm>
            <a:off x="1386329" y="1972216"/>
            <a:ext cx="748146" cy="88771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使用者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63936D2B-CFEE-9B24-59B8-90E7BDCD3D85}"/>
              </a:ext>
            </a:extLst>
          </p:cNvPr>
          <p:cNvSpPr txBox="1"/>
          <p:nvPr/>
        </p:nvSpPr>
        <p:spPr>
          <a:xfrm>
            <a:off x="4280189" y="1994748"/>
            <a:ext cx="29518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Post </a:t>
            </a:r>
            <a:r>
              <a:rPr lang="en-US" altLang="zh-TW" dirty="0">
                <a:solidFill>
                  <a:srgbClr val="FF0000"/>
                </a:solidFill>
              </a:rPr>
              <a:t>/register </a:t>
            </a:r>
            <a:r>
              <a:rPr lang="en-US" altLang="zh-TW" dirty="0"/>
              <a:t>{username}</a:t>
            </a:r>
            <a:endParaRPr lang="zh-TW" altLang="en-US" dirty="0"/>
          </a:p>
        </p:txBody>
      </p: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29EB607A-316C-F61E-CE68-8EABCEE17DE7}"/>
              </a:ext>
            </a:extLst>
          </p:cNvPr>
          <p:cNvCxnSpPr>
            <a:cxnSpLocks/>
          </p:cNvCxnSpPr>
          <p:nvPr/>
        </p:nvCxnSpPr>
        <p:spPr>
          <a:xfrm>
            <a:off x="4326371" y="2409207"/>
            <a:ext cx="2831811" cy="6866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9" name="直線單箭頭接點 18">
            <a:extLst>
              <a:ext uri="{FF2B5EF4-FFF2-40B4-BE49-F238E27FC236}">
                <a16:creationId xmlns:a16="http://schemas.microsoft.com/office/drawing/2014/main" id="{D2A2F7C8-4C2F-2CDC-3154-00F8F9971D2A}"/>
              </a:ext>
            </a:extLst>
          </p:cNvPr>
          <p:cNvCxnSpPr>
            <a:cxnSpLocks/>
          </p:cNvCxnSpPr>
          <p:nvPr/>
        </p:nvCxnSpPr>
        <p:spPr>
          <a:xfrm flipH="1">
            <a:off x="4326371" y="3045709"/>
            <a:ext cx="2757920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A5C21DC1-6848-1443-F317-51816D1424CF}"/>
              </a:ext>
            </a:extLst>
          </p:cNvPr>
          <p:cNvSpPr txBox="1"/>
          <p:nvPr/>
        </p:nvSpPr>
        <p:spPr>
          <a:xfrm>
            <a:off x="4106230" y="2582072"/>
            <a:ext cx="35432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Return {challenge &amp; </a:t>
            </a:r>
            <a:r>
              <a:rPr lang="en-US" altLang="zh-TW" dirty="0" err="1"/>
              <a:t>WebAuthn</a:t>
            </a:r>
            <a:r>
              <a:rPr lang="en-US" altLang="zh-TW" dirty="0"/>
              <a:t>}</a:t>
            </a:r>
            <a:endParaRPr lang="zh-TW" altLang="en-US" dirty="0"/>
          </a:p>
        </p:txBody>
      </p:sp>
      <p:cxnSp>
        <p:nvCxnSpPr>
          <p:cNvPr id="3" name="直線單箭頭接點 2">
            <a:extLst>
              <a:ext uri="{FF2B5EF4-FFF2-40B4-BE49-F238E27FC236}">
                <a16:creationId xmlns:a16="http://schemas.microsoft.com/office/drawing/2014/main" id="{4ECEE5A6-694F-B9B1-2CD2-E50A2E7599E5}"/>
              </a:ext>
            </a:extLst>
          </p:cNvPr>
          <p:cNvCxnSpPr>
            <a:cxnSpLocks/>
          </p:cNvCxnSpPr>
          <p:nvPr/>
        </p:nvCxnSpPr>
        <p:spPr>
          <a:xfrm flipH="1">
            <a:off x="2023780" y="3316162"/>
            <a:ext cx="1641949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" name="文字方塊 8">
            <a:extLst>
              <a:ext uri="{FF2B5EF4-FFF2-40B4-BE49-F238E27FC236}">
                <a16:creationId xmlns:a16="http://schemas.microsoft.com/office/drawing/2014/main" id="{B09AD9AF-448E-0BAB-155A-077AB324EBFE}"/>
              </a:ext>
            </a:extLst>
          </p:cNvPr>
          <p:cNvSpPr txBox="1"/>
          <p:nvPr/>
        </p:nvSpPr>
        <p:spPr>
          <a:xfrm>
            <a:off x="2261114" y="2913510"/>
            <a:ext cx="1284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調用 </a:t>
            </a:r>
            <a:r>
              <a:rPr lang="en-US" altLang="zh-TW" dirty="0"/>
              <a:t>API</a:t>
            </a:r>
            <a:endParaRPr lang="zh-TW" altLang="en-US" dirty="0"/>
          </a:p>
        </p:txBody>
      </p:sp>
      <p:cxnSp>
        <p:nvCxnSpPr>
          <p:cNvPr id="16" name="直線單箭頭接點 15">
            <a:extLst>
              <a:ext uri="{FF2B5EF4-FFF2-40B4-BE49-F238E27FC236}">
                <a16:creationId xmlns:a16="http://schemas.microsoft.com/office/drawing/2014/main" id="{E6B85DB3-E92E-B067-1FB0-735E6A92018D}"/>
              </a:ext>
            </a:extLst>
          </p:cNvPr>
          <p:cNvCxnSpPr>
            <a:cxnSpLocks/>
          </p:cNvCxnSpPr>
          <p:nvPr/>
        </p:nvCxnSpPr>
        <p:spPr>
          <a:xfrm>
            <a:off x="2046737" y="3787147"/>
            <a:ext cx="1658800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9D9EB68C-8871-4A17-8133-9B6914273DBF}"/>
              </a:ext>
            </a:extLst>
          </p:cNvPr>
          <p:cNvSpPr txBox="1"/>
          <p:nvPr/>
        </p:nvSpPr>
        <p:spPr>
          <a:xfrm>
            <a:off x="2078182" y="3462056"/>
            <a:ext cx="1732044" cy="325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650"/>
              </a:lnSpc>
            </a:pPr>
            <a:r>
              <a:rPr lang="en-US" altLang="zh-TW" b="0" dirty="0">
                <a:solidFill>
                  <a:srgbClr val="4FC1FF"/>
                </a:solidFill>
                <a:effectLst/>
                <a:latin typeface="Fira code" pitchFamily="1" charset="0"/>
              </a:rPr>
              <a:t>credential</a:t>
            </a:r>
            <a:endParaRPr lang="en-US" altLang="zh-TW" b="0" dirty="0">
              <a:solidFill>
                <a:srgbClr val="CCCCCC"/>
              </a:solidFill>
              <a:effectLst/>
              <a:latin typeface="Fira code" pitchFamily="1" charset="0"/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9861815D-E619-7F1A-9F0E-5F4DC18968B2}"/>
              </a:ext>
            </a:extLst>
          </p:cNvPr>
          <p:cNvSpPr txBox="1"/>
          <p:nvPr/>
        </p:nvSpPr>
        <p:spPr>
          <a:xfrm>
            <a:off x="4266829" y="3658031"/>
            <a:ext cx="36370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Post </a:t>
            </a:r>
            <a:r>
              <a:rPr lang="en-US" altLang="zh-TW" dirty="0">
                <a:solidFill>
                  <a:srgbClr val="FF0000"/>
                </a:solidFill>
              </a:rPr>
              <a:t>/</a:t>
            </a:r>
            <a:r>
              <a:rPr lang="en-US" altLang="zh-TW" b="0" dirty="0">
                <a:solidFill>
                  <a:srgbClr val="FF0000"/>
                </a:solidFill>
                <a:effectLst/>
                <a:latin typeface="Fira code" pitchFamily="1" charset="0"/>
              </a:rPr>
              <a:t>store-credential</a:t>
            </a:r>
          </a:p>
          <a:p>
            <a:endParaRPr lang="zh-TW" altLang="en-US" dirty="0"/>
          </a:p>
        </p:txBody>
      </p:sp>
      <p:cxnSp>
        <p:nvCxnSpPr>
          <p:cNvPr id="24" name="直線單箭頭接點 23">
            <a:extLst>
              <a:ext uri="{FF2B5EF4-FFF2-40B4-BE49-F238E27FC236}">
                <a16:creationId xmlns:a16="http://schemas.microsoft.com/office/drawing/2014/main" id="{9937A7F5-FF55-15A8-0DBA-31B47E3903E2}"/>
              </a:ext>
            </a:extLst>
          </p:cNvPr>
          <p:cNvCxnSpPr>
            <a:cxnSpLocks/>
          </p:cNvCxnSpPr>
          <p:nvPr/>
        </p:nvCxnSpPr>
        <p:spPr>
          <a:xfrm>
            <a:off x="4326371" y="4021800"/>
            <a:ext cx="3020662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9" name="矩形 28">
            <a:extLst>
              <a:ext uri="{FF2B5EF4-FFF2-40B4-BE49-F238E27FC236}">
                <a16:creationId xmlns:a16="http://schemas.microsoft.com/office/drawing/2014/main" id="{A5E5DEEA-DC72-25AE-6F35-14531CF21846}"/>
              </a:ext>
            </a:extLst>
          </p:cNvPr>
          <p:cNvSpPr/>
          <p:nvPr/>
        </p:nvSpPr>
        <p:spPr>
          <a:xfrm>
            <a:off x="7903910" y="2416073"/>
            <a:ext cx="2145254" cy="62963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判斷新舊使用者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C6281194-CFF6-4CF1-9EA9-53A48BC98850}"/>
              </a:ext>
            </a:extLst>
          </p:cNvPr>
          <p:cNvSpPr/>
          <p:nvPr/>
        </p:nvSpPr>
        <p:spPr>
          <a:xfrm>
            <a:off x="7903910" y="4021800"/>
            <a:ext cx="2145254" cy="62963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儲存使用者資料</a:t>
            </a:r>
          </a:p>
        </p:txBody>
      </p:sp>
      <p:cxnSp>
        <p:nvCxnSpPr>
          <p:cNvPr id="4" name="直線單箭頭接點 3">
            <a:extLst>
              <a:ext uri="{FF2B5EF4-FFF2-40B4-BE49-F238E27FC236}">
                <a16:creationId xmlns:a16="http://schemas.microsoft.com/office/drawing/2014/main" id="{796A8D07-C798-A8B7-E554-3E9AC5F66A18}"/>
              </a:ext>
            </a:extLst>
          </p:cNvPr>
          <p:cNvCxnSpPr>
            <a:cxnSpLocks/>
          </p:cNvCxnSpPr>
          <p:nvPr/>
        </p:nvCxnSpPr>
        <p:spPr>
          <a:xfrm flipH="1">
            <a:off x="4400262" y="4623019"/>
            <a:ext cx="2757920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5" name="文字方塊 4">
            <a:extLst>
              <a:ext uri="{FF2B5EF4-FFF2-40B4-BE49-F238E27FC236}">
                <a16:creationId xmlns:a16="http://schemas.microsoft.com/office/drawing/2014/main" id="{9618B4C5-DB2D-D4AE-3625-4C76ABB0342D}"/>
              </a:ext>
            </a:extLst>
          </p:cNvPr>
          <p:cNvSpPr txBox="1"/>
          <p:nvPr/>
        </p:nvSpPr>
        <p:spPr>
          <a:xfrm>
            <a:off x="5103800" y="4200904"/>
            <a:ext cx="11402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成功註冊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6D11CE0B-6F71-96DF-3352-2B54382E1DD6}"/>
              </a:ext>
            </a:extLst>
          </p:cNvPr>
          <p:cNvSpPr txBox="1"/>
          <p:nvPr/>
        </p:nvSpPr>
        <p:spPr>
          <a:xfrm>
            <a:off x="1596655" y="4981303"/>
            <a:ext cx="828757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後端收到回傳的資料後，解析與轉換格式</a:t>
            </a:r>
            <a:r>
              <a:rPr lang="en-US" altLang="zh-TW" dirty="0"/>
              <a:t>(byte -&gt; base64)</a:t>
            </a:r>
          </a:p>
          <a:p>
            <a:r>
              <a:rPr lang="zh-TW" altLang="en-US" dirty="0"/>
              <a:t>再將資料帶入到套件的函式去運算使用者資料</a:t>
            </a:r>
            <a:endParaRPr lang="en-US" altLang="zh-TW" dirty="0"/>
          </a:p>
          <a:p>
            <a:r>
              <a:rPr lang="zh-TW" altLang="en-US" dirty="0"/>
              <a:t>之後把資料更新到使用者資料庫就完成註冊了</a:t>
            </a:r>
          </a:p>
        </p:txBody>
      </p:sp>
    </p:spTree>
    <p:extLst>
      <p:ext uri="{BB962C8B-B14F-4D97-AF65-F5344CB8AC3E}">
        <p14:creationId xmlns:p14="http://schemas.microsoft.com/office/powerpoint/2010/main" val="16114366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93D216-982B-81FF-80B8-E8D9938116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0" y="770890"/>
            <a:ext cx="10240521" cy="1268984"/>
          </a:xfrm>
        </p:spPr>
        <p:txBody>
          <a:bodyPr>
            <a:normAutofit/>
          </a:bodyPr>
          <a:lstStyle/>
          <a:p>
            <a:r>
              <a:rPr lang="zh-TW" altLang="en-US" dirty="0"/>
              <a:t>網頁驗證流程 </a:t>
            </a:r>
            <a:r>
              <a:rPr lang="en-US" altLang="zh-TW" dirty="0"/>
              <a:t>–</a:t>
            </a:r>
            <a:r>
              <a:rPr lang="zh-TW" altLang="en-US" dirty="0"/>
              <a:t> 登入</a:t>
            </a:r>
            <a:r>
              <a:rPr lang="en-US" altLang="zh-TW" b="0" dirty="0">
                <a:solidFill>
                  <a:srgbClr val="CE9178"/>
                </a:solidFill>
                <a:effectLst/>
                <a:latin typeface="Fira code" pitchFamily="1" charset="0"/>
              </a:rPr>
              <a:t>/verify-register</a:t>
            </a:r>
            <a:endParaRPr lang="zh-TW" altLang="en-US" dirty="0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227CAC6-BD1F-CFBF-C549-82BC31837819}"/>
              </a:ext>
            </a:extLst>
          </p:cNvPr>
          <p:cNvSpPr/>
          <p:nvPr/>
        </p:nvSpPr>
        <p:spPr>
          <a:xfrm>
            <a:off x="3766219" y="1965350"/>
            <a:ext cx="340011" cy="27016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前端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6AF1438-E8A1-25D1-F4BA-0D6DAF74CEF9}"/>
              </a:ext>
            </a:extLst>
          </p:cNvPr>
          <p:cNvSpPr/>
          <p:nvPr/>
        </p:nvSpPr>
        <p:spPr>
          <a:xfrm>
            <a:off x="8282164" y="1965350"/>
            <a:ext cx="340012" cy="27016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後端</a:t>
            </a:r>
          </a:p>
        </p:txBody>
      </p:sp>
      <p:cxnSp>
        <p:nvCxnSpPr>
          <p:cNvPr id="11" name="直線單箭頭接點 10">
            <a:extLst>
              <a:ext uri="{FF2B5EF4-FFF2-40B4-BE49-F238E27FC236}">
                <a16:creationId xmlns:a16="http://schemas.microsoft.com/office/drawing/2014/main" id="{897F46BA-70CA-0F4A-EBD9-D4EFDB962C04}"/>
              </a:ext>
            </a:extLst>
          </p:cNvPr>
          <p:cNvCxnSpPr>
            <a:cxnSpLocks/>
          </p:cNvCxnSpPr>
          <p:nvPr/>
        </p:nvCxnSpPr>
        <p:spPr>
          <a:xfrm>
            <a:off x="2342382" y="2409206"/>
            <a:ext cx="1323347" cy="1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70ED5A8E-1E7B-7555-6B38-81FB669E4B71}"/>
              </a:ext>
            </a:extLst>
          </p:cNvPr>
          <p:cNvSpPr txBox="1"/>
          <p:nvPr/>
        </p:nvSpPr>
        <p:spPr>
          <a:xfrm>
            <a:off x="2317001" y="2039874"/>
            <a:ext cx="1284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username</a:t>
            </a:r>
            <a:endParaRPr lang="zh-TW" altLang="en-US" dirty="0"/>
          </a:p>
        </p:txBody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3A6B441E-E8D4-E360-E3FF-70D2E5F6844D}"/>
              </a:ext>
            </a:extLst>
          </p:cNvPr>
          <p:cNvSpPr/>
          <p:nvPr/>
        </p:nvSpPr>
        <p:spPr>
          <a:xfrm>
            <a:off x="1386329" y="1972216"/>
            <a:ext cx="748146" cy="88771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使用者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63936D2B-CFEE-9B24-59B8-90E7BDCD3D85}"/>
              </a:ext>
            </a:extLst>
          </p:cNvPr>
          <p:cNvSpPr txBox="1"/>
          <p:nvPr/>
        </p:nvSpPr>
        <p:spPr>
          <a:xfrm>
            <a:off x="4413389" y="2054403"/>
            <a:ext cx="39145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Post </a:t>
            </a:r>
            <a:r>
              <a:rPr lang="en-US" altLang="zh-TW" dirty="0">
                <a:solidFill>
                  <a:srgbClr val="FF0000"/>
                </a:solidFill>
              </a:rPr>
              <a:t>/verify-register </a:t>
            </a:r>
            <a:r>
              <a:rPr lang="en-US" altLang="zh-TW" dirty="0"/>
              <a:t>{username}</a:t>
            </a:r>
            <a:endParaRPr lang="zh-TW" altLang="en-US" dirty="0"/>
          </a:p>
        </p:txBody>
      </p: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29EB607A-316C-F61E-CE68-8EABCEE17DE7}"/>
              </a:ext>
            </a:extLst>
          </p:cNvPr>
          <p:cNvCxnSpPr>
            <a:cxnSpLocks/>
          </p:cNvCxnSpPr>
          <p:nvPr/>
        </p:nvCxnSpPr>
        <p:spPr>
          <a:xfrm>
            <a:off x="4326371" y="2409207"/>
            <a:ext cx="3759401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9" name="直線單箭頭接點 18">
            <a:extLst>
              <a:ext uri="{FF2B5EF4-FFF2-40B4-BE49-F238E27FC236}">
                <a16:creationId xmlns:a16="http://schemas.microsoft.com/office/drawing/2014/main" id="{D2A2F7C8-4C2F-2CDC-3154-00F8F9971D2A}"/>
              </a:ext>
            </a:extLst>
          </p:cNvPr>
          <p:cNvCxnSpPr>
            <a:cxnSpLocks/>
          </p:cNvCxnSpPr>
          <p:nvPr/>
        </p:nvCxnSpPr>
        <p:spPr>
          <a:xfrm flipH="1">
            <a:off x="4326371" y="3045709"/>
            <a:ext cx="3759401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A5C21DC1-6848-1443-F317-51816D1424CF}"/>
              </a:ext>
            </a:extLst>
          </p:cNvPr>
          <p:cNvSpPr txBox="1"/>
          <p:nvPr/>
        </p:nvSpPr>
        <p:spPr>
          <a:xfrm>
            <a:off x="4399044" y="2669511"/>
            <a:ext cx="35432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Return {challenge &amp; </a:t>
            </a:r>
            <a:r>
              <a:rPr lang="en-US" altLang="zh-TW" dirty="0" err="1"/>
              <a:t>WebAuthn</a:t>
            </a:r>
            <a:r>
              <a:rPr lang="en-US" altLang="zh-TW" dirty="0"/>
              <a:t>}</a:t>
            </a:r>
            <a:endParaRPr lang="zh-TW" altLang="en-US" dirty="0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A5E5DEEA-DC72-25AE-6F35-14531CF21846}"/>
              </a:ext>
            </a:extLst>
          </p:cNvPr>
          <p:cNvSpPr/>
          <p:nvPr/>
        </p:nvSpPr>
        <p:spPr>
          <a:xfrm>
            <a:off x="8622176" y="2416073"/>
            <a:ext cx="2145254" cy="62963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判斷有無使用者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09F0D3B1-4FC9-7788-04F9-CAA9BFD96AA5}"/>
              </a:ext>
            </a:extLst>
          </p:cNvPr>
          <p:cNvSpPr txBox="1"/>
          <p:nvPr/>
        </p:nvSpPr>
        <p:spPr>
          <a:xfrm>
            <a:off x="4326371" y="3316162"/>
            <a:ext cx="380424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/>
              <a:t>一樣先用 使用者名稱去查詢資料庫</a:t>
            </a:r>
            <a:endParaRPr lang="en-US" altLang="zh-TW" dirty="0"/>
          </a:p>
          <a:p>
            <a:r>
              <a:rPr lang="zh-TW" altLang="en-US" dirty="0"/>
              <a:t>再將儲存資料用套件打包</a:t>
            </a:r>
            <a:r>
              <a:rPr lang="en-US" altLang="zh-TW" dirty="0"/>
              <a:t>(</a:t>
            </a:r>
            <a:r>
              <a:rPr lang="zh-TW" altLang="en-US" dirty="0"/>
              <a:t>包含公鑰</a:t>
            </a:r>
            <a:r>
              <a:rPr lang="en-US" altLang="zh-TW" dirty="0"/>
              <a:t>)</a:t>
            </a:r>
          </a:p>
          <a:p>
            <a:r>
              <a:rPr lang="en-US" altLang="zh-TW" dirty="0"/>
              <a:t>Return </a:t>
            </a:r>
            <a:r>
              <a:rPr lang="zh-TW" altLang="en-US" dirty="0"/>
              <a:t>給前端呼叫 </a:t>
            </a:r>
            <a:r>
              <a:rPr lang="en-US" altLang="zh-TW" dirty="0"/>
              <a:t>API</a:t>
            </a:r>
          </a:p>
        </p:txBody>
      </p:sp>
    </p:spTree>
    <p:extLst>
      <p:ext uri="{BB962C8B-B14F-4D97-AF65-F5344CB8AC3E}">
        <p14:creationId xmlns:p14="http://schemas.microsoft.com/office/powerpoint/2010/main" val="26479334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93D216-982B-81FF-80B8-E8D9938116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0" y="770890"/>
            <a:ext cx="10240521" cy="1268984"/>
          </a:xfrm>
        </p:spPr>
        <p:txBody>
          <a:bodyPr>
            <a:normAutofit/>
          </a:bodyPr>
          <a:lstStyle/>
          <a:p>
            <a:r>
              <a:rPr lang="zh-TW" altLang="en-US" dirty="0"/>
              <a:t>網頁驗證流程 </a:t>
            </a:r>
            <a:r>
              <a:rPr lang="en-US" altLang="zh-TW" dirty="0"/>
              <a:t>–</a:t>
            </a:r>
            <a:r>
              <a:rPr lang="zh-TW" altLang="en-US" dirty="0"/>
              <a:t> 登入</a:t>
            </a:r>
            <a:r>
              <a:rPr lang="en-US" altLang="zh-TW" b="0" dirty="0">
                <a:solidFill>
                  <a:srgbClr val="CE9178"/>
                </a:solidFill>
                <a:effectLst/>
                <a:latin typeface="Fira code" pitchFamily="1" charset="0"/>
              </a:rPr>
              <a:t>/verify-register</a:t>
            </a:r>
            <a:endParaRPr lang="zh-TW" altLang="en-US" dirty="0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74207E8-3458-1C88-03EB-F43ABC311208}"/>
              </a:ext>
            </a:extLst>
          </p:cNvPr>
          <p:cNvSpPr/>
          <p:nvPr/>
        </p:nvSpPr>
        <p:spPr>
          <a:xfrm>
            <a:off x="1596655" y="3045709"/>
            <a:ext cx="340011" cy="119112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瀏覽器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227CAC6-BD1F-CFBF-C549-82BC31837819}"/>
              </a:ext>
            </a:extLst>
          </p:cNvPr>
          <p:cNvSpPr/>
          <p:nvPr/>
        </p:nvSpPr>
        <p:spPr>
          <a:xfrm>
            <a:off x="3766219" y="1965350"/>
            <a:ext cx="340011" cy="27016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前端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6AF1438-E8A1-25D1-F4BA-0D6DAF74CEF9}"/>
              </a:ext>
            </a:extLst>
          </p:cNvPr>
          <p:cNvSpPr/>
          <p:nvPr/>
        </p:nvSpPr>
        <p:spPr>
          <a:xfrm>
            <a:off x="8282164" y="1965350"/>
            <a:ext cx="340012" cy="27016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後端</a:t>
            </a:r>
          </a:p>
        </p:txBody>
      </p:sp>
      <p:cxnSp>
        <p:nvCxnSpPr>
          <p:cNvPr id="11" name="直線單箭頭接點 10">
            <a:extLst>
              <a:ext uri="{FF2B5EF4-FFF2-40B4-BE49-F238E27FC236}">
                <a16:creationId xmlns:a16="http://schemas.microsoft.com/office/drawing/2014/main" id="{897F46BA-70CA-0F4A-EBD9-D4EFDB962C04}"/>
              </a:ext>
            </a:extLst>
          </p:cNvPr>
          <p:cNvCxnSpPr>
            <a:cxnSpLocks/>
          </p:cNvCxnSpPr>
          <p:nvPr/>
        </p:nvCxnSpPr>
        <p:spPr>
          <a:xfrm>
            <a:off x="2342382" y="2409206"/>
            <a:ext cx="1323347" cy="1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70ED5A8E-1E7B-7555-6B38-81FB669E4B71}"/>
              </a:ext>
            </a:extLst>
          </p:cNvPr>
          <p:cNvSpPr txBox="1"/>
          <p:nvPr/>
        </p:nvSpPr>
        <p:spPr>
          <a:xfrm>
            <a:off x="2317001" y="2039874"/>
            <a:ext cx="1284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username</a:t>
            </a:r>
            <a:endParaRPr lang="zh-TW" altLang="en-US" dirty="0"/>
          </a:p>
        </p:txBody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3A6B441E-E8D4-E360-E3FF-70D2E5F6844D}"/>
              </a:ext>
            </a:extLst>
          </p:cNvPr>
          <p:cNvSpPr/>
          <p:nvPr/>
        </p:nvSpPr>
        <p:spPr>
          <a:xfrm>
            <a:off x="1386329" y="1972216"/>
            <a:ext cx="748146" cy="88771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使用者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63936D2B-CFEE-9B24-59B8-90E7BDCD3D85}"/>
              </a:ext>
            </a:extLst>
          </p:cNvPr>
          <p:cNvSpPr txBox="1"/>
          <p:nvPr/>
        </p:nvSpPr>
        <p:spPr>
          <a:xfrm>
            <a:off x="4413389" y="2054403"/>
            <a:ext cx="39145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Post </a:t>
            </a:r>
            <a:r>
              <a:rPr lang="en-US" altLang="zh-TW" dirty="0">
                <a:solidFill>
                  <a:srgbClr val="FF0000"/>
                </a:solidFill>
              </a:rPr>
              <a:t>/verify-register </a:t>
            </a:r>
            <a:r>
              <a:rPr lang="en-US" altLang="zh-TW" dirty="0"/>
              <a:t>{username}</a:t>
            </a:r>
            <a:endParaRPr lang="zh-TW" altLang="en-US" dirty="0"/>
          </a:p>
        </p:txBody>
      </p: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29EB607A-316C-F61E-CE68-8EABCEE17DE7}"/>
              </a:ext>
            </a:extLst>
          </p:cNvPr>
          <p:cNvCxnSpPr>
            <a:cxnSpLocks/>
          </p:cNvCxnSpPr>
          <p:nvPr/>
        </p:nvCxnSpPr>
        <p:spPr>
          <a:xfrm>
            <a:off x="4326371" y="2409207"/>
            <a:ext cx="3759401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9" name="直線單箭頭接點 18">
            <a:extLst>
              <a:ext uri="{FF2B5EF4-FFF2-40B4-BE49-F238E27FC236}">
                <a16:creationId xmlns:a16="http://schemas.microsoft.com/office/drawing/2014/main" id="{D2A2F7C8-4C2F-2CDC-3154-00F8F9971D2A}"/>
              </a:ext>
            </a:extLst>
          </p:cNvPr>
          <p:cNvCxnSpPr>
            <a:cxnSpLocks/>
          </p:cNvCxnSpPr>
          <p:nvPr/>
        </p:nvCxnSpPr>
        <p:spPr>
          <a:xfrm flipH="1">
            <a:off x="4326371" y="3045709"/>
            <a:ext cx="3759401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A5C21DC1-6848-1443-F317-51816D1424CF}"/>
              </a:ext>
            </a:extLst>
          </p:cNvPr>
          <p:cNvSpPr txBox="1"/>
          <p:nvPr/>
        </p:nvSpPr>
        <p:spPr>
          <a:xfrm>
            <a:off x="4399044" y="2669511"/>
            <a:ext cx="35432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Return {challenge &amp; </a:t>
            </a:r>
            <a:r>
              <a:rPr lang="en-US" altLang="zh-TW" dirty="0" err="1"/>
              <a:t>WebAuthn</a:t>
            </a:r>
            <a:r>
              <a:rPr lang="en-US" altLang="zh-TW" dirty="0"/>
              <a:t>}</a:t>
            </a:r>
            <a:endParaRPr lang="zh-TW" altLang="en-US" dirty="0"/>
          </a:p>
        </p:txBody>
      </p:sp>
      <p:cxnSp>
        <p:nvCxnSpPr>
          <p:cNvPr id="3" name="直線單箭頭接點 2">
            <a:extLst>
              <a:ext uri="{FF2B5EF4-FFF2-40B4-BE49-F238E27FC236}">
                <a16:creationId xmlns:a16="http://schemas.microsoft.com/office/drawing/2014/main" id="{4ECEE5A6-694F-B9B1-2CD2-E50A2E7599E5}"/>
              </a:ext>
            </a:extLst>
          </p:cNvPr>
          <p:cNvCxnSpPr>
            <a:cxnSpLocks/>
          </p:cNvCxnSpPr>
          <p:nvPr/>
        </p:nvCxnSpPr>
        <p:spPr>
          <a:xfrm flipH="1">
            <a:off x="2023780" y="3316162"/>
            <a:ext cx="1641949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" name="文字方塊 8">
            <a:extLst>
              <a:ext uri="{FF2B5EF4-FFF2-40B4-BE49-F238E27FC236}">
                <a16:creationId xmlns:a16="http://schemas.microsoft.com/office/drawing/2014/main" id="{B09AD9AF-448E-0BAB-155A-077AB324EBFE}"/>
              </a:ext>
            </a:extLst>
          </p:cNvPr>
          <p:cNvSpPr txBox="1"/>
          <p:nvPr/>
        </p:nvSpPr>
        <p:spPr>
          <a:xfrm>
            <a:off x="2261114" y="2913510"/>
            <a:ext cx="1284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調用 </a:t>
            </a:r>
            <a:r>
              <a:rPr lang="en-US" altLang="zh-TW" dirty="0"/>
              <a:t>API</a:t>
            </a:r>
            <a:endParaRPr lang="zh-TW" altLang="en-US" dirty="0"/>
          </a:p>
        </p:txBody>
      </p:sp>
      <p:cxnSp>
        <p:nvCxnSpPr>
          <p:cNvPr id="16" name="直線單箭頭接點 15">
            <a:extLst>
              <a:ext uri="{FF2B5EF4-FFF2-40B4-BE49-F238E27FC236}">
                <a16:creationId xmlns:a16="http://schemas.microsoft.com/office/drawing/2014/main" id="{E6B85DB3-E92E-B067-1FB0-735E6A92018D}"/>
              </a:ext>
            </a:extLst>
          </p:cNvPr>
          <p:cNvCxnSpPr>
            <a:cxnSpLocks/>
          </p:cNvCxnSpPr>
          <p:nvPr/>
        </p:nvCxnSpPr>
        <p:spPr>
          <a:xfrm>
            <a:off x="2046737" y="3787147"/>
            <a:ext cx="1658800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9D9EB68C-8871-4A17-8133-9B6914273DBF}"/>
              </a:ext>
            </a:extLst>
          </p:cNvPr>
          <p:cNvSpPr txBox="1"/>
          <p:nvPr/>
        </p:nvSpPr>
        <p:spPr>
          <a:xfrm>
            <a:off x="2078182" y="3462056"/>
            <a:ext cx="1732044" cy="325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650"/>
              </a:lnSpc>
            </a:pPr>
            <a:r>
              <a:rPr lang="en-US" altLang="zh-TW" b="0" dirty="0">
                <a:solidFill>
                  <a:srgbClr val="4FC1FF"/>
                </a:solidFill>
                <a:effectLst/>
                <a:latin typeface="Fira code" pitchFamily="1" charset="0"/>
              </a:rPr>
              <a:t>credential</a:t>
            </a:r>
            <a:endParaRPr lang="en-US" altLang="zh-TW" b="0" dirty="0">
              <a:solidFill>
                <a:srgbClr val="CCCCCC"/>
              </a:solidFill>
              <a:effectLst/>
              <a:latin typeface="Fira code" pitchFamily="1" charset="0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A5E5DEEA-DC72-25AE-6F35-14531CF21846}"/>
              </a:ext>
            </a:extLst>
          </p:cNvPr>
          <p:cNvSpPr/>
          <p:nvPr/>
        </p:nvSpPr>
        <p:spPr>
          <a:xfrm>
            <a:off x="8622176" y="2416073"/>
            <a:ext cx="2145254" cy="62963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判斷有無使用者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09F0D3B1-4FC9-7788-04F9-CAA9BFD96AA5}"/>
              </a:ext>
            </a:extLst>
          </p:cNvPr>
          <p:cNvSpPr txBox="1"/>
          <p:nvPr/>
        </p:nvSpPr>
        <p:spPr>
          <a:xfrm>
            <a:off x="1596654" y="4677203"/>
            <a:ext cx="1002057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取得資料後一樣先轉碼再呼叫 瀏覽器 </a:t>
            </a:r>
            <a:r>
              <a:rPr lang="en-US" altLang="zh-TW" dirty="0"/>
              <a:t>API</a:t>
            </a:r>
            <a:r>
              <a:rPr lang="zh-TW" altLang="en-US" dirty="0"/>
              <a:t>  </a:t>
            </a:r>
            <a:r>
              <a:rPr lang="en-US" altLang="zh-TW" b="0" dirty="0" err="1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Fira code" pitchFamily="1" charset="0"/>
              </a:rPr>
              <a:t>navigator</a:t>
            </a:r>
            <a:r>
              <a:rPr lang="en-US" altLang="zh-TW" b="0" dirty="0" err="1">
                <a:solidFill>
                  <a:srgbClr val="CCCCCC"/>
                </a:solidFill>
                <a:effectLst/>
                <a:latin typeface="Fira code" pitchFamily="1" charset="0"/>
              </a:rPr>
              <a:t>.</a:t>
            </a:r>
            <a:r>
              <a:rPr lang="en-US" altLang="zh-TW" b="0" dirty="0" err="1">
                <a:solidFill>
                  <a:srgbClr val="4FC1FF"/>
                </a:solidFill>
                <a:effectLst/>
                <a:latin typeface="Fira code" pitchFamily="1" charset="0"/>
              </a:rPr>
              <a:t>credentials</a:t>
            </a:r>
            <a:r>
              <a:rPr lang="en-US" altLang="zh-TW" b="0" dirty="0" err="1">
                <a:solidFill>
                  <a:srgbClr val="CCCCCC"/>
                </a:solidFill>
                <a:effectLst/>
                <a:latin typeface="Fira code" pitchFamily="1" charset="0"/>
              </a:rPr>
              <a:t>.</a:t>
            </a:r>
            <a:r>
              <a:rPr lang="en-US" altLang="zh-TW" b="0" dirty="0" err="1">
                <a:solidFill>
                  <a:srgbClr val="FF0000"/>
                </a:solidFill>
                <a:effectLst/>
                <a:latin typeface="Fira code" pitchFamily="1" charset="0"/>
              </a:rPr>
              <a:t>get</a:t>
            </a:r>
            <a:r>
              <a:rPr lang="en-US" altLang="zh-TW" b="0" dirty="0">
                <a:solidFill>
                  <a:srgbClr val="FF0000"/>
                </a:solidFill>
                <a:effectLst/>
                <a:latin typeface="Fira code" pitchFamily="1" charset="0"/>
              </a:rPr>
              <a:t>()</a:t>
            </a:r>
          </a:p>
          <a:p>
            <a:r>
              <a:rPr lang="zh-TW" altLang="en-US" dirty="0"/>
              <a:t>再透過驗證器去驗證資料，驗證後會得到憑證資料</a:t>
            </a:r>
            <a:endParaRPr lang="en-US" altLang="zh-TW" dirty="0"/>
          </a:p>
          <a:p>
            <a:r>
              <a:rPr lang="zh-TW" altLang="en-US" dirty="0"/>
              <a:t>把憑證傳給後端，等待後端驗證</a:t>
            </a: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36696854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93D216-982B-81FF-80B8-E8D9938116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0" y="770890"/>
            <a:ext cx="10240521" cy="1268984"/>
          </a:xfrm>
        </p:spPr>
        <p:txBody>
          <a:bodyPr>
            <a:normAutofit fontScale="90000"/>
          </a:bodyPr>
          <a:lstStyle/>
          <a:p>
            <a:r>
              <a:rPr lang="zh-TW" altLang="en-US" dirty="0"/>
              <a:t>網頁驗證流程 </a:t>
            </a:r>
            <a:r>
              <a:rPr lang="en-US" altLang="zh-TW" dirty="0"/>
              <a:t>–</a:t>
            </a:r>
            <a:r>
              <a:rPr lang="zh-TW" altLang="en-US" dirty="0"/>
              <a:t> 登入</a:t>
            </a:r>
            <a:r>
              <a:rPr lang="en-US" altLang="zh-TW" b="0" dirty="0">
                <a:solidFill>
                  <a:srgbClr val="CE9178"/>
                </a:solidFill>
                <a:effectLst/>
                <a:latin typeface="Fira code" pitchFamily="1" charset="0"/>
              </a:rPr>
              <a:t>/verify-credential</a:t>
            </a:r>
            <a:endParaRPr lang="zh-TW" altLang="en-US" dirty="0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74207E8-3458-1C88-03EB-F43ABC311208}"/>
              </a:ext>
            </a:extLst>
          </p:cNvPr>
          <p:cNvSpPr/>
          <p:nvPr/>
        </p:nvSpPr>
        <p:spPr>
          <a:xfrm>
            <a:off x="1596655" y="3045709"/>
            <a:ext cx="340011" cy="119112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瀏覽器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227CAC6-BD1F-CFBF-C549-82BC31837819}"/>
              </a:ext>
            </a:extLst>
          </p:cNvPr>
          <p:cNvSpPr/>
          <p:nvPr/>
        </p:nvSpPr>
        <p:spPr>
          <a:xfrm>
            <a:off x="3766219" y="1965350"/>
            <a:ext cx="340011" cy="27016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前端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6AF1438-E8A1-25D1-F4BA-0D6DAF74CEF9}"/>
              </a:ext>
            </a:extLst>
          </p:cNvPr>
          <p:cNvSpPr/>
          <p:nvPr/>
        </p:nvSpPr>
        <p:spPr>
          <a:xfrm>
            <a:off x="8282164" y="1965350"/>
            <a:ext cx="340012" cy="27016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後端</a:t>
            </a:r>
          </a:p>
        </p:txBody>
      </p:sp>
      <p:cxnSp>
        <p:nvCxnSpPr>
          <p:cNvPr id="11" name="直線單箭頭接點 10">
            <a:extLst>
              <a:ext uri="{FF2B5EF4-FFF2-40B4-BE49-F238E27FC236}">
                <a16:creationId xmlns:a16="http://schemas.microsoft.com/office/drawing/2014/main" id="{897F46BA-70CA-0F4A-EBD9-D4EFDB962C04}"/>
              </a:ext>
            </a:extLst>
          </p:cNvPr>
          <p:cNvCxnSpPr>
            <a:cxnSpLocks/>
          </p:cNvCxnSpPr>
          <p:nvPr/>
        </p:nvCxnSpPr>
        <p:spPr>
          <a:xfrm>
            <a:off x="2342382" y="2409206"/>
            <a:ext cx="1323347" cy="1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70ED5A8E-1E7B-7555-6B38-81FB669E4B71}"/>
              </a:ext>
            </a:extLst>
          </p:cNvPr>
          <p:cNvSpPr txBox="1"/>
          <p:nvPr/>
        </p:nvSpPr>
        <p:spPr>
          <a:xfrm>
            <a:off x="2317001" y="2039874"/>
            <a:ext cx="1284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username</a:t>
            </a:r>
            <a:endParaRPr lang="zh-TW" altLang="en-US" dirty="0"/>
          </a:p>
        </p:txBody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3A6B441E-E8D4-E360-E3FF-70D2E5F6844D}"/>
              </a:ext>
            </a:extLst>
          </p:cNvPr>
          <p:cNvSpPr/>
          <p:nvPr/>
        </p:nvSpPr>
        <p:spPr>
          <a:xfrm>
            <a:off x="1386329" y="1972216"/>
            <a:ext cx="748146" cy="88771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使用者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63936D2B-CFEE-9B24-59B8-90E7BDCD3D85}"/>
              </a:ext>
            </a:extLst>
          </p:cNvPr>
          <p:cNvSpPr txBox="1"/>
          <p:nvPr/>
        </p:nvSpPr>
        <p:spPr>
          <a:xfrm>
            <a:off x="4413389" y="2054403"/>
            <a:ext cx="39145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Post </a:t>
            </a:r>
            <a:r>
              <a:rPr lang="en-US" altLang="zh-TW" dirty="0">
                <a:solidFill>
                  <a:srgbClr val="FF0000"/>
                </a:solidFill>
              </a:rPr>
              <a:t>/verify-register </a:t>
            </a:r>
            <a:r>
              <a:rPr lang="en-US" altLang="zh-TW" dirty="0"/>
              <a:t>{username}</a:t>
            </a:r>
            <a:endParaRPr lang="zh-TW" altLang="en-US" dirty="0"/>
          </a:p>
        </p:txBody>
      </p: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29EB607A-316C-F61E-CE68-8EABCEE17DE7}"/>
              </a:ext>
            </a:extLst>
          </p:cNvPr>
          <p:cNvCxnSpPr>
            <a:cxnSpLocks/>
          </p:cNvCxnSpPr>
          <p:nvPr/>
        </p:nvCxnSpPr>
        <p:spPr>
          <a:xfrm>
            <a:off x="4326371" y="2409207"/>
            <a:ext cx="3759401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9" name="直線單箭頭接點 18">
            <a:extLst>
              <a:ext uri="{FF2B5EF4-FFF2-40B4-BE49-F238E27FC236}">
                <a16:creationId xmlns:a16="http://schemas.microsoft.com/office/drawing/2014/main" id="{D2A2F7C8-4C2F-2CDC-3154-00F8F9971D2A}"/>
              </a:ext>
            </a:extLst>
          </p:cNvPr>
          <p:cNvCxnSpPr>
            <a:cxnSpLocks/>
          </p:cNvCxnSpPr>
          <p:nvPr/>
        </p:nvCxnSpPr>
        <p:spPr>
          <a:xfrm flipH="1">
            <a:off x="4326371" y="3045709"/>
            <a:ext cx="3759401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A5C21DC1-6848-1443-F317-51816D1424CF}"/>
              </a:ext>
            </a:extLst>
          </p:cNvPr>
          <p:cNvSpPr txBox="1"/>
          <p:nvPr/>
        </p:nvSpPr>
        <p:spPr>
          <a:xfrm>
            <a:off x="4399044" y="2669511"/>
            <a:ext cx="35432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Return {challenge &amp; </a:t>
            </a:r>
            <a:r>
              <a:rPr lang="en-US" altLang="zh-TW" dirty="0" err="1"/>
              <a:t>WebAuthn</a:t>
            </a:r>
            <a:r>
              <a:rPr lang="en-US" altLang="zh-TW" dirty="0"/>
              <a:t>}</a:t>
            </a:r>
            <a:endParaRPr lang="zh-TW" altLang="en-US" dirty="0"/>
          </a:p>
        </p:txBody>
      </p:sp>
      <p:cxnSp>
        <p:nvCxnSpPr>
          <p:cNvPr id="3" name="直線單箭頭接點 2">
            <a:extLst>
              <a:ext uri="{FF2B5EF4-FFF2-40B4-BE49-F238E27FC236}">
                <a16:creationId xmlns:a16="http://schemas.microsoft.com/office/drawing/2014/main" id="{4ECEE5A6-694F-B9B1-2CD2-E50A2E7599E5}"/>
              </a:ext>
            </a:extLst>
          </p:cNvPr>
          <p:cNvCxnSpPr>
            <a:cxnSpLocks/>
          </p:cNvCxnSpPr>
          <p:nvPr/>
        </p:nvCxnSpPr>
        <p:spPr>
          <a:xfrm flipH="1">
            <a:off x="2023780" y="3316162"/>
            <a:ext cx="1641949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" name="文字方塊 8">
            <a:extLst>
              <a:ext uri="{FF2B5EF4-FFF2-40B4-BE49-F238E27FC236}">
                <a16:creationId xmlns:a16="http://schemas.microsoft.com/office/drawing/2014/main" id="{B09AD9AF-448E-0BAB-155A-077AB324EBFE}"/>
              </a:ext>
            </a:extLst>
          </p:cNvPr>
          <p:cNvSpPr txBox="1"/>
          <p:nvPr/>
        </p:nvSpPr>
        <p:spPr>
          <a:xfrm>
            <a:off x="2261114" y="2913510"/>
            <a:ext cx="1284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調用 </a:t>
            </a:r>
            <a:r>
              <a:rPr lang="en-US" altLang="zh-TW" dirty="0"/>
              <a:t>API</a:t>
            </a:r>
            <a:endParaRPr lang="zh-TW" altLang="en-US" dirty="0"/>
          </a:p>
        </p:txBody>
      </p:sp>
      <p:cxnSp>
        <p:nvCxnSpPr>
          <p:cNvPr id="16" name="直線單箭頭接點 15">
            <a:extLst>
              <a:ext uri="{FF2B5EF4-FFF2-40B4-BE49-F238E27FC236}">
                <a16:creationId xmlns:a16="http://schemas.microsoft.com/office/drawing/2014/main" id="{E6B85DB3-E92E-B067-1FB0-735E6A92018D}"/>
              </a:ext>
            </a:extLst>
          </p:cNvPr>
          <p:cNvCxnSpPr>
            <a:cxnSpLocks/>
          </p:cNvCxnSpPr>
          <p:nvPr/>
        </p:nvCxnSpPr>
        <p:spPr>
          <a:xfrm>
            <a:off x="2046737" y="3787147"/>
            <a:ext cx="1658800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9D9EB68C-8871-4A17-8133-9B6914273DBF}"/>
              </a:ext>
            </a:extLst>
          </p:cNvPr>
          <p:cNvSpPr txBox="1"/>
          <p:nvPr/>
        </p:nvSpPr>
        <p:spPr>
          <a:xfrm>
            <a:off x="2078182" y="3462056"/>
            <a:ext cx="1732044" cy="325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650"/>
              </a:lnSpc>
            </a:pPr>
            <a:r>
              <a:rPr lang="en-US" altLang="zh-TW" b="0" dirty="0">
                <a:solidFill>
                  <a:srgbClr val="4FC1FF"/>
                </a:solidFill>
                <a:effectLst/>
                <a:latin typeface="Fira code" pitchFamily="1" charset="0"/>
              </a:rPr>
              <a:t>credential</a:t>
            </a:r>
            <a:endParaRPr lang="en-US" altLang="zh-TW" b="0" dirty="0">
              <a:solidFill>
                <a:srgbClr val="CCCCCC"/>
              </a:solidFill>
              <a:effectLst/>
              <a:latin typeface="Fira code" pitchFamily="1" charset="0"/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9861815D-E619-7F1A-9F0E-5F4DC18968B2}"/>
              </a:ext>
            </a:extLst>
          </p:cNvPr>
          <p:cNvSpPr txBox="1"/>
          <p:nvPr/>
        </p:nvSpPr>
        <p:spPr>
          <a:xfrm>
            <a:off x="4413389" y="3641270"/>
            <a:ext cx="36370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Post </a:t>
            </a:r>
            <a:r>
              <a:rPr lang="en-US" altLang="zh-TW" dirty="0">
                <a:solidFill>
                  <a:srgbClr val="FF0000"/>
                </a:solidFill>
              </a:rPr>
              <a:t>/</a:t>
            </a:r>
            <a:r>
              <a:rPr lang="en-US" altLang="zh-TW" b="0" dirty="0">
                <a:solidFill>
                  <a:srgbClr val="FF0000"/>
                </a:solidFill>
                <a:effectLst/>
                <a:latin typeface="Fira code" pitchFamily="1" charset="0"/>
              </a:rPr>
              <a:t>verify-credential</a:t>
            </a:r>
          </a:p>
          <a:p>
            <a:endParaRPr lang="zh-TW" altLang="en-US" dirty="0"/>
          </a:p>
        </p:txBody>
      </p:sp>
      <p:cxnSp>
        <p:nvCxnSpPr>
          <p:cNvPr id="24" name="直線單箭頭接點 23">
            <a:extLst>
              <a:ext uri="{FF2B5EF4-FFF2-40B4-BE49-F238E27FC236}">
                <a16:creationId xmlns:a16="http://schemas.microsoft.com/office/drawing/2014/main" id="{9937A7F5-FF55-15A8-0DBA-31B47E3903E2}"/>
              </a:ext>
            </a:extLst>
          </p:cNvPr>
          <p:cNvCxnSpPr>
            <a:cxnSpLocks/>
          </p:cNvCxnSpPr>
          <p:nvPr/>
        </p:nvCxnSpPr>
        <p:spPr>
          <a:xfrm>
            <a:off x="4326371" y="4021800"/>
            <a:ext cx="3759401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9" name="矩形 28">
            <a:extLst>
              <a:ext uri="{FF2B5EF4-FFF2-40B4-BE49-F238E27FC236}">
                <a16:creationId xmlns:a16="http://schemas.microsoft.com/office/drawing/2014/main" id="{A5E5DEEA-DC72-25AE-6F35-14531CF21846}"/>
              </a:ext>
            </a:extLst>
          </p:cNvPr>
          <p:cNvSpPr/>
          <p:nvPr/>
        </p:nvSpPr>
        <p:spPr>
          <a:xfrm>
            <a:off x="8622176" y="2416073"/>
            <a:ext cx="2145254" cy="62963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判斷有無使用者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C6281194-CFF6-4CF1-9EA9-53A48BC98850}"/>
              </a:ext>
            </a:extLst>
          </p:cNvPr>
          <p:cNvSpPr/>
          <p:nvPr/>
        </p:nvSpPr>
        <p:spPr>
          <a:xfrm>
            <a:off x="8622176" y="4021800"/>
            <a:ext cx="2145254" cy="62963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驗證使用者資料</a:t>
            </a:r>
          </a:p>
        </p:txBody>
      </p:sp>
      <p:cxnSp>
        <p:nvCxnSpPr>
          <p:cNvPr id="4" name="直線單箭頭接點 3">
            <a:extLst>
              <a:ext uri="{FF2B5EF4-FFF2-40B4-BE49-F238E27FC236}">
                <a16:creationId xmlns:a16="http://schemas.microsoft.com/office/drawing/2014/main" id="{D477A160-9BA4-0E72-435E-6F2C80797220}"/>
              </a:ext>
            </a:extLst>
          </p:cNvPr>
          <p:cNvCxnSpPr>
            <a:cxnSpLocks/>
          </p:cNvCxnSpPr>
          <p:nvPr/>
        </p:nvCxnSpPr>
        <p:spPr>
          <a:xfrm flipH="1">
            <a:off x="4326371" y="4651436"/>
            <a:ext cx="3759401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5" name="文字方塊 4">
            <a:extLst>
              <a:ext uri="{FF2B5EF4-FFF2-40B4-BE49-F238E27FC236}">
                <a16:creationId xmlns:a16="http://schemas.microsoft.com/office/drawing/2014/main" id="{1216BEAE-054C-2A12-3523-1BA312D60E63}"/>
              </a:ext>
            </a:extLst>
          </p:cNvPr>
          <p:cNvSpPr txBox="1"/>
          <p:nvPr/>
        </p:nvSpPr>
        <p:spPr>
          <a:xfrm>
            <a:off x="5574720" y="4282104"/>
            <a:ext cx="11243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成功登入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11185A68-9A68-3FCF-9729-CD1DCA93ACCB}"/>
              </a:ext>
            </a:extLst>
          </p:cNvPr>
          <p:cNvSpPr txBox="1"/>
          <p:nvPr/>
        </p:nvSpPr>
        <p:spPr>
          <a:xfrm>
            <a:off x="4106230" y="4955176"/>
            <a:ext cx="58737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將回傳資料與儲存的使用者資料使用套件進行驗證</a:t>
            </a:r>
            <a:endParaRPr lang="en-US" altLang="zh-TW" dirty="0"/>
          </a:p>
          <a:p>
            <a:r>
              <a:rPr lang="zh-TW" altLang="en-US" dirty="0"/>
              <a:t>看驗證結果</a:t>
            </a: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2842093696"/>
      </p:ext>
    </p:extLst>
  </p:cSld>
  <p:clrMapOvr>
    <a:masterClrMapping/>
  </p:clrMapOvr>
</p:sld>
</file>

<file path=ppt/theme/theme1.xml><?xml version="1.0" encoding="utf-8"?>
<a:theme xmlns:a="http://schemas.openxmlformats.org/drawingml/2006/main" name="PunchcardVTI">
  <a:themeElements>
    <a:clrScheme name="Punchcard">
      <a:dk1>
        <a:srgbClr val="000000"/>
      </a:dk1>
      <a:lt1>
        <a:srgbClr val="FFFFFF"/>
      </a:lt1>
      <a:dk2>
        <a:srgbClr val="00224B"/>
      </a:dk2>
      <a:lt2>
        <a:srgbClr val="EFF0EF"/>
      </a:lt2>
      <a:accent1>
        <a:srgbClr val="00B2F3"/>
      </a:accent1>
      <a:accent2>
        <a:srgbClr val="0471CC"/>
      </a:accent2>
      <a:accent3>
        <a:srgbClr val="14BBA9"/>
      </a:accent3>
      <a:accent4>
        <a:srgbClr val="8BB93B"/>
      </a:accent4>
      <a:accent5>
        <a:srgbClr val="EC970C"/>
      </a:accent5>
      <a:accent6>
        <a:srgbClr val="F55822"/>
      </a:accent6>
      <a:hlink>
        <a:srgbClr val="008EE6"/>
      </a:hlink>
      <a:folHlink>
        <a:srgbClr val="808C8E"/>
      </a:folHlink>
    </a:clrScheme>
    <a:fontScheme name="Punchcard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unchcardVTI" id="{C7262591-AF98-8F48-B56D-6342D2439B1A}" vid="{261D9F73-974A-B14E-9EAF-4871CCA60BB1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403</TotalTime>
  <Words>456</Words>
  <Application>Microsoft Office PowerPoint</Application>
  <PresentationFormat>寬螢幕</PresentationFormat>
  <Paragraphs>93</Paragraphs>
  <Slides>8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8</vt:i4>
      </vt:variant>
    </vt:vector>
  </HeadingPairs>
  <TitlesOfParts>
    <vt:vector size="16" baseType="lpstr">
      <vt:lpstr>Avenir Next</vt:lpstr>
      <vt:lpstr>標楷體</vt:lpstr>
      <vt:lpstr>Aptos</vt:lpstr>
      <vt:lpstr>Arial</vt:lpstr>
      <vt:lpstr>Fira Code</vt:lpstr>
      <vt:lpstr>Fira Code</vt:lpstr>
      <vt:lpstr>Neue Haas Grotesk Text Pro</vt:lpstr>
      <vt:lpstr>PunchcardVTI</vt:lpstr>
      <vt:lpstr>Fido2_Demo 架構介紹 </vt:lpstr>
      <vt:lpstr>Demo 架構簡述</vt:lpstr>
      <vt:lpstr>網頁驗證流程 – 註冊 /register</vt:lpstr>
      <vt:lpstr>網頁驗證流程 – 註冊 瀏覽器API</vt:lpstr>
      <vt:lpstr>網頁驗證流程 – 註冊/store-credential</vt:lpstr>
      <vt:lpstr>網頁驗證流程 – 登入/verify-register</vt:lpstr>
      <vt:lpstr>網頁驗證流程 – 登入/verify-register</vt:lpstr>
      <vt:lpstr>網頁驗證流程 – 登入/verify-credential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吳宗憲</dc:creator>
  <cp:lastModifiedBy>吳宗憲</cp:lastModifiedBy>
  <cp:revision>8</cp:revision>
  <dcterms:created xsi:type="dcterms:W3CDTF">2025-02-17T17:51:12Z</dcterms:created>
  <dcterms:modified xsi:type="dcterms:W3CDTF">2025-03-11T10:11:21Z</dcterms:modified>
</cp:coreProperties>
</file>