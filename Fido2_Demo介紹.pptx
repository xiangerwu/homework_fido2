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sldIdLst>
    <p:sldId id="256" r:id="rId2"/>
    <p:sldId id="257" r:id="rId3"/>
    <p:sldId id="264" r:id="rId4"/>
    <p:sldId id="265" r:id="rId5"/>
    <p:sldId id="266" r:id="rId6"/>
    <p:sldId id="267" r:id="rId7"/>
    <p:sldId id="269" r:id="rId8"/>
    <p:sldId id="268" r:id="rId9"/>
    <p:sldId id="272" r:id="rId10"/>
    <p:sldId id="273" r:id="rId11"/>
    <p:sldId id="271" r:id="rId12"/>
    <p:sldId id="275" r:id="rId13"/>
    <p:sldId id="274" r:id="rId14"/>
    <p:sldId id="270" r:id="rId1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8FF5B78-D1ED-485C-9080-14C61BB4315C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65310F0-E403-4FDD-AA73-95FAF8418A66}">
      <dgm:prSet/>
      <dgm:spPr/>
      <dgm:t>
        <a:bodyPr/>
        <a:lstStyle/>
        <a:p>
          <a:pPr>
            <a:lnSpc>
              <a:spcPct val="100000"/>
            </a:lnSpc>
          </a:pPr>
          <a:r>
            <a:rPr lang="zh-TW" b="0" i="0"/>
            <a:t>前端 </a:t>
          </a:r>
          <a:r>
            <a:rPr lang="en-US" b="0" i="0"/>
            <a:t>Html + JaveScript</a:t>
          </a:r>
          <a:endParaRPr lang="en-US"/>
        </a:p>
      </dgm:t>
    </dgm:pt>
    <dgm:pt modelId="{515C6BA8-1629-44EA-A84A-48BC03564D0E}" type="parTrans" cxnId="{BC5EEE7C-5792-40C9-849E-823821B73206}">
      <dgm:prSet/>
      <dgm:spPr/>
      <dgm:t>
        <a:bodyPr/>
        <a:lstStyle/>
        <a:p>
          <a:endParaRPr lang="en-US"/>
        </a:p>
      </dgm:t>
    </dgm:pt>
    <dgm:pt modelId="{763E55D3-EE16-4B73-A59B-A2EE71C9A782}" type="sibTrans" cxnId="{BC5EEE7C-5792-40C9-849E-823821B73206}">
      <dgm:prSet/>
      <dgm:spPr/>
      <dgm:t>
        <a:bodyPr/>
        <a:lstStyle/>
        <a:p>
          <a:endParaRPr lang="en-US"/>
        </a:p>
      </dgm:t>
    </dgm:pt>
    <dgm:pt modelId="{F25E1F8F-10E6-40DC-910C-90585C126D40}">
      <dgm:prSet/>
      <dgm:spPr/>
      <dgm:t>
        <a:bodyPr/>
        <a:lstStyle/>
        <a:p>
          <a:pPr>
            <a:lnSpc>
              <a:spcPct val="100000"/>
            </a:lnSpc>
          </a:pPr>
          <a:r>
            <a:rPr lang="zh-TW" b="0" i="0" dirty="0"/>
            <a:t>後端 </a:t>
          </a:r>
          <a:r>
            <a:rPr lang="en-US" b="0" i="0" dirty="0"/>
            <a:t>Python </a:t>
          </a:r>
          <a:r>
            <a:rPr lang="zh-TW" b="0" i="0" dirty="0"/>
            <a:t>套件 </a:t>
          </a:r>
          <a:r>
            <a:rPr lang="en-US" b="0" i="0" dirty="0"/>
            <a:t>Flask </a:t>
          </a:r>
          <a:r>
            <a:rPr lang="zh-TW" b="0" i="0" dirty="0"/>
            <a:t>、</a:t>
          </a:r>
          <a:r>
            <a:rPr lang="en-US" b="0" i="0" dirty="0" err="1"/>
            <a:t>webauthn</a:t>
          </a:r>
          <a:endParaRPr lang="en-US" dirty="0"/>
        </a:p>
      </dgm:t>
    </dgm:pt>
    <dgm:pt modelId="{3F574CB1-3C84-4EB0-990E-65D89335F080}" type="parTrans" cxnId="{06731B09-180C-49B8-9FDB-4E57DE70F2D1}">
      <dgm:prSet/>
      <dgm:spPr/>
      <dgm:t>
        <a:bodyPr/>
        <a:lstStyle/>
        <a:p>
          <a:endParaRPr lang="en-US"/>
        </a:p>
      </dgm:t>
    </dgm:pt>
    <dgm:pt modelId="{0095DE1C-5A80-4AE6-BA55-053283B46ECC}" type="sibTrans" cxnId="{06731B09-180C-49B8-9FDB-4E57DE70F2D1}">
      <dgm:prSet/>
      <dgm:spPr/>
      <dgm:t>
        <a:bodyPr/>
        <a:lstStyle/>
        <a:p>
          <a:endParaRPr lang="en-US"/>
        </a:p>
      </dgm:t>
    </dgm:pt>
    <dgm:pt modelId="{7C918551-78FC-44A4-B582-DC00CC15711B}" type="pres">
      <dgm:prSet presAssocID="{08FF5B78-D1ED-485C-9080-14C61BB4315C}" presName="root" presStyleCnt="0">
        <dgm:presLayoutVars>
          <dgm:dir/>
          <dgm:resizeHandles val="exact"/>
        </dgm:presLayoutVars>
      </dgm:prSet>
      <dgm:spPr/>
    </dgm:pt>
    <dgm:pt modelId="{8918C1B2-30DE-479B-9493-834C621F6065}" type="pres">
      <dgm:prSet presAssocID="{565310F0-E403-4FDD-AA73-95FAF8418A66}" presName="compNode" presStyleCnt="0"/>
      <dgm:spPr/>
    </dgm:pt>
    <dgm:pt modelId="{8186DFFC-F076-4383-852C-BF27195B5CF7}" type="pres">
      <dgm:prSet presAssocID="{565310F0-E403-4FDD-AA73-95FAF8418A66}" presName="bgRect" presStyleLbl="bgShp" presStyleIdx="0" presStyleCnt="2"/>
      <dgm:spPr/>
    </dgm:pt>
    <dgm:pt modelId="{5E175698-E01B-4985-9EEE-80AEA12FF318}" type="pres">
      <dgm:prSet presAssocID="{565310F0-E403-4FDD-AA73-95FAF8418A66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螢幕"/>
        </a:ext>
      </dgm:extLst>
    </dgm:pt>
    <dgm:pt modelId="{BF7016C2-A540-46E5-9610-30454255A5EF}" type="pres">
      <dgm:prSet presAssocID="{565310F0-E403-4FDD-AA73-95FAF8418A66}" presName="spaceRect" presStyleCnt="0"/>
      <dgm:spPr/>
    </dgm:pt>
    <dgm:pt modelId="{10D6DD42-CA59-44A0-B6AC-DD2691652808}" type="pres">
      <dgm:prSet presAssocID="{565310F0-E403-4FDD-AA73-95FAF8418A66}" presName="parTx" presStyleLbl="revTx" presStyleIdx="0" presStyleCnt="2">
        <dgm:presLayoutVars>
          <dgm:chMax val="0"/>
          <dgm:chPref val="0"/>
        </dgm:presLayoutVars>
      </dgm:prSet>
      <dgm:spPr/>
    </dgm:pt>
    <dgm:pt modelId="{0AE87B30-9D01-4FA9-8BA3-C940DC0B35C1}" type="pres">
      <dgm:prSet presAssocID="{763E55D3-EE16-4B73-A59B-A2EE71C9A782}" presName="sibTrans" presStyleCnt="0"/>
      <dgm:spPr/>
    </dgm:pt>
    <dgm:pt modelId="{26558387-7D0B-4A50-B469-1342B704B1BA}" type="pres">
      <dgm:prSet presAssocID="{F25E1F8F-10E6-40DC-910C-90585C126D40}" presName="compNode" presStyleCnt="0"/>
      <dgm:spPr/>
    </dgm:pt>
    <dgm:pt modelId="{E772C50C-CD8B-4D73-8FB1-F50C1BF7A65D}" type="pres">
      <dgm:prSet presAssocID="{F25E1F8F-10E6-40DC-910C-90585C126D40}" presName="bgRect" presStyleLbl="bgShp" presStyleIdx="1" presStyleCnt="2"/>
      <dgm:spPr/>
    </dgm:pt>
    <dgm:pt modelId="{61AF99DF-87EC-4823-98C7-D0F48D2A3324}" type="pres">
      <dgm:prSet presAssocID="{F25E1F8F-10E6-40DC-910C-90585C126D40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燒瓶"/>
        </a:ext>
      </dgm:extLst>
    </dgm:pt>
    <dgm:pt modelId="{16639DEF-1145-468F-9C65-6FA0E2B79B49}" type="pres">
      <dgm:prSet presAssocID="{F25E1F8F-10E6-40DC-910C-90585C126D40}" presName="spaceRect" presStyleCnt="0"/>
      <dgm:spPr/>
    </dgm:pt>
    <dgm:pt modelId="{CBA41E7C-18BB-45C4-9BE3-7230E5B99A1B}" type="pres">
      <dgm:prSet presAssocID="{F25E1F8F-10E6-40DC-910C-90585C126D40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FC39F308-8BEE-4555-B7C1-CF0DBEFA6064}" type="presOf" srcId="{565310F0-E403-4FDD-AA73-95FAF8418A66}" destId="{10D6DD42-CA59-44A0-B6AC-DD2691652808}" srcOrd="0" destOrd="0" presId="urn:microsoft.com/office/officeart/2018/2/layout/IconVerticalSolidList"/>
    <dgm:cxn modelId="{06731B09-180C-49B8-9FDB-4E57DE70F2D1}" srcId="{08FF5B78-D1ED-485C-9080-14C61BB4315C}" destId="{F25E1F8F-10E6-40DC-910C-90585C126D40}" srcOrd="1" destOrd="0" parTransId="{3F574CB1-3C84-4EB0-990E-65D89335F080}" sibTransId="{0095DE1C-5A80-4AE6-BA55-053283B46ECC}"/>
    <dgm:cxn modelId="{566FC56F-0E51-4D14-A0BB-006450806AA3}" type="presOf" srcId="{08FF5B78-D1ED-485C-9080-14C61BB4315C}" destId="{7C918551-78FC-44A4-B582-DC00CC15711B}" srcOrd="0" destOrd="0" presId="urn:microsoft.com/office/officeart/2018/2/layout/IconVerticalSolidList"/>
    <dgm:cxn modelId="{BC5EEE7C-5792-40C9-849E-823821B73206}" srcId="{08FF5B78-D1ED-485C-9080-14C61BB4315C}" destId="{565310F0-E403-4FDD-AA73-95FAF8418A66}" srcOrd="0" destOrd="0" parTransId="{515C6BA8-1629-44EA-A84A-48BC03564D0E}" sibTransId="{763E55D3-EE16-4B73-A59B-A2EE71C9A782}"/>
    <dgm:cxn modelId="{1E304EAF-F2CB-4293-AA7A-EAAD811E70D1}" type="presOf" srcId="{F25E1F8F-10E6-40DC-910C-90585C126D40}" destId="{CBA41E7C-18BB-45C4-9BE3-7230E5B99A1B}" srcOrd="0" destOrd="0" presId="urn:microsoft.com/office/officeart/2018/2/layout/IconVerticalSolidList"/>
    <dgm:cxn modelId="{5852D821-8AA1-4EA5-BC9B-42B7BE0BEC46}" type="presParOf" srcId="{7C918551-78FC-44A4-B582-DC00CC15711B}" destId="{8918C1B2-30DE-479B-9493-834C621F6065}" srcOrd="0" destOrd="0" presId="urn:microsoft.com/office/officeart/2018/2/layout/IconVerticalSolidList"/>
    <dgm:cxn modelId="{37B37311-1AA9-4BFF-B6C1-4E581E069834}" type="presParOf" srcId="{8918C1B2-30DE-479B-9493-834C621F6065}" destId="{8186DFFC-F076-4383-852C-BF27195B5CF7}" srcOrd="0" destOrd="0" presId="urn:microsoft.com/office/officeart/2018/2/layout/IconVerticalSolidList"/>
    <dgm:cxn modelId="{65BF53EF-73AC-44B1-87DB-0E84341768CB}" type="presParOf" srcId="{8918C1B2-30DE-479B-9493-834C621F6065}" destId="{5E175698-E01B-4985-9EEE-80AEA12FF318}" srcOrd="1" destOrd="0" presId="urn:microsoft.com/office/officeart/2018/2/layout/IconVerticalSolidList"/>
    <dgm:cxn modelId="{74FA71B6-3FD9-455B-A213-1890753C1154}" type="presParOf" srcId="{8918C1B2-30DE-479B-9493-834C621F6065}" destId="{BF7016C2-A540-46E5-9610-30454255A5EF}" srcOrd="2" destOrd="0" presId="urn:microsoft.com/office/officeart/2018/2/layout/IconVerticalSolidList"/>
    <dgm:cxn modelId="{0950AB3C-381E-4B9D-BFAA-3C72F004003C}" type="presParOf" srcId="{8918C1B2-30DE-479B-9493-834C621F6065}" destId="{10D6DD42-CA59-44A0-B6AC-DD2691652808}" srcOrd="3" destOrd="0" presId="urn:microsoft.com/office/officeart/2018/2/layout/IconVerticalSolidList"/>
    <dgm:cxn modelId="{B35BF227-F679-4787-AE11-54E7B8A70ECF}" type="presParOf" srcId="{7C918551-78FC-44A4-B582-DC00CC15711B}" destId="{0AE87B30-9D01-4FA9-8BA3-C940DC0B35C1}" srcOrd="1" destOrd="0" presId="urn:microsoft.com/office/officeart/2018/2/layout/IconVerticalSolidList"/>
    <dgm:cxn modelId="{3F4E159D-A43E-4A8A-8AFD-83EB8727F81C}" type="presParOf" srcId="{7C918551-78FC-44A4-B582-DC00CC15711B}" destId="{26558387-7D0B-4A50-B469-1342B704B1BA}" srcOrd="2" destOrd="0" presId="urn:microsoft.com/office/officeart/2018/2/layout/IconVerticalSolidList"/>
    <dgm:cxn modelId="{D2A2E018-2D5C-4F61-8242-B0960C8714E7}" type="presParOf" srcId="{26558387-7D0B-4A50-B469-1342B704B1BA}" destId="{E772C50C-CD8B-4D73-8FB1-F50C1BF7A65D}" srcOrd="0" destOrd="0" presId="urn:microsoft.com/office/officeart/2018/2/layout/IconVerticalSolidList"/>
    <dgm:cxn modelId="{510B4DBD-086D-491D-A521-283A70DF884D}" type="presParOf" srcId="{26558387-7D0B-4A50-B469-1342B704B1BA}" destId="{61AF99DF-87EC-4823-98C7-D0F48D2A3324}" srcOrd="1" destOrd="0" presId="urn:microsoft.com/office/officeart/2018/2/layout/IconVerticalSolidList"/>
    <dgm:cxn modelId="{1C72850E-4021-45DB-9E08-04A0654AE7AD}" type="presParOf" srcId="{26558387-7D0B-4A50-B469-1342B704B1BA}" destId="{16639DEF-1145-468F-9C65-6FA0E2B79B49}" srcOrd="2" destOrd="0" presId="urn:microsoft.com/office/officeart/2018/2/layout/IconVerticalSolidList"/>
    <dgm:cxn modelId="{62A1AF0E-6602-45FA-8F3C-E9D8F61FC30E}" type="presParOf" srcId="{26558387-7D0B-4A50-B469-1342B704B1BA}" destId="{CBA41E7C-18BB-45C4-9BE3-7230E5B99A1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86DFFC-F076-4383-852C-BF27195B5CF7}">
      <dsp:nvSpPr>
        <dsp:cNvPr id="0" name=""/>
        <dsp:cNvSpPr/>
      </dsp:nvSpPr>
      <dsp:spPr>
        <a:xfrm>
          <a:off x="0" y="585196"/>
          <a:ext cx="7335835" cy="1080363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175698-E01B-4985-9EEE-80AEA12FF318}">
      <dsp:nvSpPr>
        <dsp:cNvPr id="0" name=""/>
        <dsp:cNvSpPr/>
      </dsp:nvSpPr>
      <dsp:spPr>
        <a:xfrm>
          <a:off x="326809" y="828278"/>
          <a:ext cx="594199" cy="59419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D6DD42-CA59-44A0-B6AC-DD2691652808}">
      <dsp:nvSpPr>
        <dsp:cNvPr id="0" name=""/>
        <dsp:cNvSpPr/>
      </dsp:nvSpPr>
      <dsp:spPr>
        <a:xfrm>
          <a:off x="1247819" y="585196"/>
          <a:ext cx="6088015" cy="1080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38" tIns="114338" rIns="114338" bIns="11433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500" b="0" i="0" kern="1200"/>
            <a:t>前端 </a:t>
          </a:r>
          <a:r>
            <a:rPr lang="en-US" sz="2500" b="0" i="0" kern="1200"/>
            <a:t>Html + JaveScript</a:t>
          </a:r>
          <a:endParaRPr lang="en-US" sz="2500" kern="1200"/>
        </a:p>
      </dsp:txBody>
      <dsp:txXfrm>
        <a:off x="1247819" y="585196"/>
        <a:ext cx="6088015" cy="1080363"/>
      </dsp:txXfrm>
    </dsp:sp>
    <dsp:sp modelId="{E772C50C-CD8B-4D73-8FB1-F50C1BF7A65D}">
      <dsp:nvSpPr>
        <dsp:cNvPr id="0" name=""/>
        <dsp:cNvSpPr/>
      </dsp:nvSpPr>
      <dsp:spPr>
        <a:xfrm>
          <a:off x="0" y="1935651"/>
          <a:ext cx="7335835" cy="1080363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AF99DF-87EC-4823-98C7-D0F48D2A3324}">
      <dsp:nvSpPr>
        <dsp:cNvPr id="0" name=""/>
        <dsp:cNvSpPr/>
      </dsp:nvSpPr>
      <dsp:spPr>
        <a:xfrm>
          <a:off x="326809" y="2178733"/>
          <a:ext cx="594199" cy="59419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A41E7C-18BB-45C4-9BE3-7230E5B99A1B}">
      <dsp:nvSpPr>
        <dsp:cNvPr id="0" name=""/>
        <dsp:cNvSpPr/>
      </dsp:nvSpPr>
      <dsp:spPr>
        <a:xfrm>
          <a:off x="1247819" y="1935651"/>
          <a:ext cx="6088015" cy="1080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38" tIns="114338" rIns="114338" bIns="11433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500" b="0" i="0" kern="1200" dirty="0"/>
            <a:t>後端 </a:t>
          </a:r>
          <a:r>
            <a:rPr lang="en-US" sz="2500" b="0" i="0" kern="1200" dirty="0"/>
            <a:t>Python </a:t>
          </a:r>
          <a:r>
            <a:rPr lang="zh-TW" sz="2500" b="0" i="0" kern="1200" dirty="0"/>
            <a:t>套件 </a:t>
          </a:r>
          <a:r>
            <a:rPr lang="en-US" sz="2500" b="0" i="0" kern="1200" dirty="0"/>
            <a:t>Flask </a:t>
          </a:r>
          <a:r>
            <a:rPr lang="zh-TW" sz="2500" b="0" i="0" kern="1200" dirty="0"/>
            <a:t>、</a:t>
          </a:r>
          <a:r>
            <a:rPr lang="en-US" sz="2500" b="0" i="0" kern="1200" dirty="0" err="1"/>
            <a:t>webauthn</a:t>
          </a:r>
          <a:endParaRPr lang="en-US" sz="2500" kern="1200" dirty="0"/>
        </a:p>
      </dsp:txBody>
      <dsp:txXfrm>
        <a:off x="1247819" y="1935651"/>
        <a:ext cx="6088015" cy="108036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EB46B8FB-F6A2-5F47-A6CD-A7E17E69270F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DAB39E9-6F50-3F4B-9DDB-FC0E0CA9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150" y="768334"/>
            <a:ext cx="5066001" cy="2866405"/>
          </a:xfr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2C33E-E9A6-304D-BBCB-97AD0B213C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150" y="4283239"/>
            <a:ext cx="5066001" cy="1475177"/>
          </a:xfrm>
        </p:spPr>
        <p:txBody>
          <a:bodyPr anchor="b"/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C75C4-E533-BE48-B528-D1A278BC39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457200"/>
            <a:ext cx="3608205" cy="365125"/>
          </a:xfrm>
        </p:spPr>
        <p:txBody>
          <a:bodyPr/>
          <a:lstStyle>
            <a:lvl1pPr algn="l">
              <a:defRPr/>
            </a:lvl1pPr>
          </a:lstStyle>
          <a:p>
            <a:pPr algn="l"/>
            <a:fld id="{A5B0A250-5CC0-1746-B209-08E8B0DAE6AF}" type="datetimeFigureOut">
              <a:rPr lang="en-US" smtClean="0"/>
              <a:pPr algn="l"/>
              <a:t>2/18/2025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9BA8A-EF83-434D-A90E-0805D1104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FDDE0-90B9-AD4E-B0EB-E7464FA9C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3A3282-0389-C547-8CA6-7F3E7F27B34D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56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0CAFDA3-320A-C24D-A7A1-20C1267EC987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411669-6E2C-2243-99CD-6BC9D724FA1F}"/>
                </a:ext>
              </a:extLst>
            </p:cNvPr>
            <p:cNvSpPr/>
            <p:nvPr/>
          </p:nvSpPr>
          <p:spPr>
            <a:xfrm>
              <a:off x="8928528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4E0C522-0F40-ED44-A700-F1BCD1CF74F5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B79B4380-CBEC-C341-A10E-5EF9A8597959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04AD70E-5490-4C4E-A05D-D67949C51A74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28A8883-9F24-0047-92B7-45B3D2E7D9C0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AC3A3BB-FD2C-FB44-9478-FA87EF229D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BF46B3B1-E981-BB40-B916-51A6D3851969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EA7DAE92-7D6B-B042-83BE-047C8EC322A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06AADCE6-4277-EA49-AF23-63B53CA6772A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58CEA343-047B-DF4E-A7A8-881C7740EA3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CCBAA07-17CE-2740-AA04-AEDA5EAD2796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BF15C430-7951-6040-BD4C-4E996E94480E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B3467F9-370D-5C4C-9EDE-E0CA0E401568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2A1E4-52BA-534C-AECC-35C3CF44F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15675-65B4-E14F-9785-663A83B7B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76A1E-2332-684F-BDD2-687C166BD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B8CB0-B7BE-7D4F-B254-8A2F8AEC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5A569-A063-8E40-B703-82B11D2A9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7169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231D73A-BA91-794F-8C09-4F4B41A6D08B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7358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3ABDDED5-B489-454D-A72D-46C9473AB018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6338A9A-49A1-B04D-B479-43604A5CD6D5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3151B6D8-101B-F34D-992A-1668DB5D0067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21D4DE71-EB1A-E74C-9364-5FEC5377F4EF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D99A5CD-9D3A-DA46-AD96-34B9DB522051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6537DF9-74F2-924C-9B63-22B100C80C92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D7655457-8E4D-F34C-A595-66A45E9C3A1F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FB0E8D2C-8947-E44C-BC5F-F81B083DAA3E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ED57F45D-85B8-AC49-A2BA-E941F1BE7F15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A576359-CAE3-634C-8DF8-A834BCD7D668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6343F35-6601-BD4A-B9A5-25361D0453D2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5ED1C169-DCD9-9C4B-91B1-519621155A64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2328AC7-E0BC-0E46-A25B-11D523EC8100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32BBE02A-588F-6C4D-B310-694098C6A340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6751D5A0-C90A-0A44-8654-CFE1B719B35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F0FA086-0D80-B74A-9B37-5EACDE30D61F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022E302-2A55-8844-A50B-DC16D075E16B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4B325F5-A048-2843-A40B-3B2B31ECED76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7707B616-7E85-5442-B46B-AF9426A7A0E9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08914A00-D181-5847-A150-77CE67F94369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DAF2D976-5F49-2848-B465-C85708A6D706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5E333474-B850-354C-A2E2-01735C948D47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BC25646C-71B3-4A44-A4FE-C3CABE5580BB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B598CFE9-67EE-E342-9EF7-F40A1E0BE59E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1E29AD13-94FE-1349-A28E-10F6E780F510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0648E-B4D5-4145-84E7-46B5793EA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68351"/>
            <a:ext cx="5066001" cy="2334768"/>
          </a:xfrm>
        </p:spPr>
        <p:txBody>
          <a:bodyPr anchor="t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3B92A6-7558-3148-B855-5BC58B415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4255453"/>
            <a:ext cx="5066001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0B541-D211-974B-97FE-C1F9473AB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27FB0-D95A-D543-8E29-6E5F22B49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C4404-F49D-9F48-A10B-1F60870B4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6A1FD1-D82F-3141-8687-8D7C0631C21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954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442ECFEB-12CF-4C4F-BC8A-5816C27CA565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26C9482-2804-144B-88B2-0AF191BD757D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1363F79-96BD-9240-86E2-DF26C9C2437D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153F0BF1-DA57-1D49-82F0-802F4D385A85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CD42A1B-A03A-C946-8A2A-CE437EA433FD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591FE00-3AAF-9B4B-8107-E94D50828227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49E92E9-89A7-4842-B271-411C7DF75D2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C29C99-0841-9F46-AB1A-E9751DFE448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0AB684-BDA8-014B-8DCC-125F8B8DC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40E05-0F5F-6243-AD57-66BFC33ADB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2851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70B3A4-11FE-D94C-9B93-255E362310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9638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BEEAF-F881-6E48-84AF-E5CEEF1C7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2/18/2025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72753-1CC3-9244-9AF0-6927018A6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D55D0-FCC7-AC42-9810-9B49E3348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C736C3-88FB-244C-83B8-B2856998D22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9286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B7D16A9C-7411-5242-A59C-816B8907E3BE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997260B-7D44-7049-B605-7FD6E6CE5612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D6AF601-77C3-D74A-B1E5-7F33703A6927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DFCA921-0F9E-2E41-A285-75409E25501A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20B9E03-438B-FC42-9DA1-835D5BC3FE8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670E1F-61CD-8940-A898-6D5092A78BB9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080C64CF-0C6A-3449-9709-AE038C4A7995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EC46D5B-957F-A24C-8E36-CC71F660EC8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58182F-7B5E-FD42-AFC6-A3848D833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768096"/>
            <a:ext cx="7333488" cy="12710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9E4DE-75C0-C841-A68D-9D7BBAD76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2149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5C87F7-356E-9E43-97A0-D972B22853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2149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AB4C28-30CB-CC4E-A25E-F4FEFA49BC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3066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ED0191-963B-1E4C-BEC5-9B42E39514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83066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0E0BED-3EB7-BB4A-A556-FA967FB01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2/18/2025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A2466A-4D90-174C-B382-AC4674D72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ADE49-8082-214B-9742-5EE8DA2E9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E39200-18D5-014B-BAB8-FF5D0BA15E0C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209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7DF52F6-A06E-0343-95B8-DAAC38DB4B8C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7092C52-7052-0749-9DA0-9374DBF495AE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64E1C2F-81E1-C44D-859C-946596C950F2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3626485-4263-0A44-9561-E278A7056C33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D45AAB5-3CCC-DE4A-A962-3702911B55C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8CAFB16F-8EDE-D44F-A51E-34EDC41E7404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CD51329-732C-BB4C-98E5-715BAF9F8853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92B5D44-BC55-AF4C-984D-C8231B22F80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A1E9E2-564E-7049-A22F-BB5B876BA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359D05-C08D-7747-B2FC-3F62B3357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2/18/2025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F615-BB08-A844-B689-BAA7C5040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3A67D-F96F-4849-8C83-49CC3A653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DCFAAB9-2B6B-8D4C-A748-433E2C393EA6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28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BCA70-D63D-40F6-B9B3-4E49B96E2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pPr/>
              <a:t>2/18/2025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F12559-BD91-4904-A24A-0CF0A2324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58BB7-74A5-4A6F-A0FF-021E68F02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9519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0914A35-7AAF-4B42-9C68-47A633EFD9D0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ABCED79-0E70-FB4D-ABF2-D859BF5556E4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364885D-A3A4-5144-AB4E-7624F27287E6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22073D5-CC72-0549-BD26-F7AF9851BE45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827A049-C9FD-554E-9B01-F151B0D9E86B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76832559-4D18-8744-AB91-9FCFAB732477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BF97A623-E5DC-1B44-B687-8643B9F0D741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637BBE1-2C82-4E45-B5C5-35E07B05E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64973"/>
            <a:ext cx="3609982" cy="1395043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01F2E-A734-364B-8A7D-990D6B889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4832" y="770890"/>
            <a:ext cx="6112517" cy="480057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7CBAD9-5515-1748-8E77-F48160F4ED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7089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A6C22B-80D4-AA42-9999-401E37B46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2/18/2025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055DE4-33E8-7F4B-9334-95EA60845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470FA5-21EE-D742-8F01-C1BAE0FD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EF966AA-D7DF-F84D-80D4-E216A641B00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1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210D391A-F01E-4947-8A01-95438AA0B323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499306-B4E0-064D-8F6C-96E9C4BD04DA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F3D0241-0A21-8047-8CE3-B3FDD5FDF71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3083F97-6891-0447-957C-AB0834B826D2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B2EF7D75-E7C1-5147-A03B-3EC641CF3B0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6D7CA94-94B4-C140-8C68-01C0ADFA1C7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11CD629-C318-A848-BDDE-BBA9465EBF9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A5AC1F8-1370-E946-977E-E4CFC6947BA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4CEE63B-B967-0A48-9623-220376760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89"/>
            <a:ext cx="3609983" cy="1389127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11F680-28C8-FA44-9CD5-20709DA02E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23838" y="890816"/>
            <a:ext cx="6060136" cy="4870411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D507CD-197E-BB4C-83A6-DA3FC97A22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60121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9E00AC-DF6C-D548-8A06-D6269BDB0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2/18/2025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ED113B-57D4-9A4F-BFE0-2A3963B42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0D9954-FA18-8948-AA52-21CED0594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E3EB25D-2379-5040-B990-1C99B0B7D93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0687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7ED46EE4-CE67-DD46-A751-9FEA049A22B8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55C5B70-D34F-8A49-B220-808CE2BBB7F3}"/>
                </a:ext>
              </a:extLst>
            </p:cNvPr>
            <p:cNvSpPr/>
            <p:nvPr/>
          </p:nvSpPr>
          <p:spPr>
            <a:xfrm>
              <a:off x="8928528" y="491812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BBFE624-6DBD-8541-B43B-180C0AFA21F0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E01AC23-2120-A542-B140-5A29AA27A2C8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54689C0-9C35-9B4D-906B-DA287DA55A38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96570F0-11E0-6147-9053-E3A4B5DBA0E4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BDD97F6-A366-B54A-B889-42E97AFEDE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8E853BC-EE80-374B-B823-8D51A948C4CF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4B5B70B1-649D-9848-B5D4-6DE04D55F5F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46A2092A-2157-0A49-937F-BBAE14687DE7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092371E-D526-AF43-816F-F7AEBA9FF16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06995714-B51E-E84A-9FD5-3AD33004E517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0FDB0CC5-76AA-6E44-8376-4EE649C1DE42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3D981F0B-8982-1C45-8D7C-30E744003823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76EEB7-1E87-0447-8CD6-DD220CF4E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8AE526-3A03-9B41-8C9F-27156E701C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08D72-182D-C947-B3F7-B74948D08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6E396-D059-AF4D-A1D9-C1347978A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845B6-87C0-2F4A-8146-00E911CDF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6480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8A912D-4325-C449-BF2E-F331A221C69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146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2439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C3803ECC-8207-244B-8051-94AA5304EDD9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F2E8536-821C-3846-A152-2001B7BA4BC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A02781-FFB4-C04E-97FB-78D26A9E8F1C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4C29607-37D2-7A4B-98E2-2C851CD6776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12FC7BA-80CC-1C4E-B268-B3EEA08137F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EBC8FB1-96B9-D84A-BD2A-BC8410EBE012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A8455B4-A778-B44D-A7E8-C45A4846D9F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407CCA-80EF-2B45-8F8C-7D5796A61B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950095" y="976630"/>
            <a:ext cx="2268507" cy="47845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A221C3-F2D3-FC4F-938B-4C4CAC737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5150" y="976630"/>
            <a:ext cx="8264057" cy="478459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61B46-3E9A-AC48-8C84-5B46EA1EC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9F8F49-5859-714C-8EE1-61A74F324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B6F69-3FFA-D94F-BA99-873D36F7F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31B40EC-87DB-A64F-9D4B-98A86F7CEFFF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693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0D98E2-86CE-4D4F-9F8F-17C83D19A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4B4F2-48A4-A140-B59B-7A2ED9FD4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2160016"/>
            <a:ext cx="7335835" cy="3601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F4A7E-D5FF-BF48-8E01-8F46150ABF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66928" y="457200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A5B0A250-5CC0-1746-B209-08E8B0DAE6AF}" type="datetimeFigureOut">
              <a:rPr lang="en-US" smtClean="0"/>
              <a:pPr/>
              <a:t>2/18/2025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31757-5039-BF46-B47A-50DA8FFBC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5150" y="6141085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3FD16-4337-B940-905E-D20A26FD48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9678" y="6141085"/>
            <a:ext cx="8138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49ABCAEC-7D34-E549-A96E-FCEDAADBE4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866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07" r:id="rId6"/>
    <p:sldLayoutId id="2147483703" r:id="rId7"/>
    <p:sldLayoutId id="2147483704" r:id="rId8"/>
    <p:sldLayoutId id="2147483705" r:id="rId9"/>
    <p:sldLayoutId id="2147483706" r:id="rId10"/>
    <p:sldLayoutId id="2147483708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網路科技背景">
            <a:extLst>
              <a:ext uri="{FF2B5EF4-FFF2-40B4-BE49-F238E27FC236}">
                <a16:creationId xmlns:a16="http://schemas.microsoft.com/office/drawing/2014/main" id="{3A48F64C-C076-F65A-59A0-73EC957394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33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0" name="Rectangle">
            <a:extLst>
              <a:ext uri="{FF2B5EF4-FFF2-40B4-BE49-F238E27FC236}">
                <a16:creationId xmlns:a16="http://schemas.microsoft.com/office/drawing/2014/main" id="{B4F75AE3-A3AC-DE4C-98FE-EC9DC3BF8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5267217" cy="6858000"/>
          </a:xfrm>
          <a:prstGeom prst="rect">
            <a:avLst/>
          </a:prstGeom>
          <a:gradFill flip="none" rotWithShape="1">
            <a:gsLst>
              <a:gs pos="31000">
                <a:schemeClr val="bg1">
                  <a:alpha val="80000"/>
                </a:schemeClr>
              </a:gs>
              <a:gs pos="0">
                <a:schemeClr val="bg1"/>
              </a:gs>
              <a:gs pos="100000">
                <a:schemeClr val="bg1">
                  <a:alpha val="34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/>
            <a:endParaRPr sz="2600" cap="all" dirty="0">
              <a:solidFill>
                <a:srgbClr val="FFFFFF"/>
              </a:solidFill>
              <a:sym typeface="Avenir Next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749BBC7-6558-6486-6271-7D9FF1BDB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151" y="768334"/>
            <a:ext cx="4134538" cy="2866405"/>
          </a:xfrm>
        </p:spPr>
        <p:txBody>
          <a:bodyPr>
            <a:normAutofit/>
          </a:bodyPr>
          <a:lstStyle/>
          <a:p>
            <a:r>
              <a:rPr lang="en-US" altLang="zh-TW" sz="5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Fido2_Demo </a:t>
            </a:r>
            <a:r>
              <a:rPr lang="zh-TW" altLang="en-US" sz="5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架構介紹</a:t>
            </a:r>
            <a:br>
              <a:rPr lang="en-US" altLang="zh-TW" sz="5000" dirty="0">
                <a:latin typeface="Fira Code" pitchFamily="1" charset="0"/>
                <a:ea typeface="Fira Code" pitchFamily="1" charset="0"/>
                <a:cs typeface="Fira Code" pitchFamily="1" charset="0"/>
              </a:rPr>
            </a:br>
            <a:endParaRPr lang="zh-TW" altLang="en-US" sz="5000" dirty="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ADB4471-B266-35CD-CAC0-33A2DA44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151" y="4283239"/>
            <a:ext cx="4134538" cy="1475177"/>
          </a:xfrm>
        </p:spPr>
        <p:txBody>
          <a:bodyPr>
            <a:normAutofit/>
          </a:bodyPr>
          <a:lstStyle/>
          <a:p>
            <a:r>
              <a:rPr lang="en-US" altLang="zh-TW">
                <a:latin typeface="Fira Code" pitchFamily="1" charset="0"/>
                <a:ea typeface="Fira Code" pitchFamily="1" charset="0"/>
                <a:cs typeface="Fira Code" pitchFamily="1" charset="0"/>
              </a:rPr>
              <a:t>M11417001 </a:t>
            </a:r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  <a:cs typeface="Fira Code" pitchFamily="1" charset="0"/>
              </a:rPr>
              <a:t>吳宗憲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1C79BB7-CCAB-2243-9830-5569626C4D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4538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4406D7A-DB1A-D940-8AD1-93FAF9DD7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1746" y="0"/>
            <a:ext cx="1900254" cy="6858000"/>
            <a:chOff x="10291746" y="0"/>
            <a:chExt cx="1900254" cy="6858000"/>
          </a:xfrm>
        </p:grpSpPr>
        <p:sp>
          <p:nvSpPr>
            <p:cNvPr id="25" name="Freeform 40">
              <a:extLst>
                <a:ext uri="{FF2B5EF4-FFF2-40B4-BE49-F238E27FC236}">
                  <a16:creationId xmlns:a16="http://schemas.microsoft.com/office/drawing/2014/main" id="{D0F85DF7-431B-BE45-B932-0E22FC3F8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5829" y="809310"/>
              <a:ext cx="536171" cy="1124839"/>
            </a:xfrm>
            <a:custGeom>
              <a:avLst/>
              <a:gdLst>
                <a:gd name="connsiteX0" fmla="*/ 536171 w 536171"/>
                <a:gd name="connsiteY0" fmla="*/ 0 h 1124839"/>
                <a:gd name="connsiteX1" fmla="*/ 536171 w 536171"/>
                <a:gd name="connsiteY1" fmla="*/ 1124839 h 1124839"/>
                <a:gd name="connsiteX2" fmla="*/ 451423 w 536171"/>
                <a:gd name="connsiteY2" fmla="*/ 1116295 h 1124839"/>
                <a:gd name="connsiteX3" fmla="*/ 0 w 536171"/>
                <a:gd name="connsiteY3" fmla="*/ 562419 h 1124839"/>
                <a:gd name="connsiteX4" fmla="*/ 451423 w 536171"/>
                <a:gd name="connsiteY4" fmla="*/ 8543 h 112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171" h="1124839">
                  <a:moveTo>
                    <a:pt x="536171" y="0"/>
                  </a:moveTo>
                  <a:lnTo>
                    <a:pt x="536171" y="1124839"/>
                  </a:lnTo>
                  <a:lnTo>
                    <a:pt x="451423" y="1116295"/>
                  </a:lnTo>
                  <a:cubicBezTo>
                    <a:pt x="193797" y="1063577"/>
                    <a:pt x="0" y="835630"/>
                    <a:pt x="0" y="562419"/>
                  </a:cubicBezTo>
                  <a:cubicBezTo>
                    <a:pt x="0" y="289208"/>
                    <a:pt x="193797" y="61261"/>
                    <a:pt x="451423" y="85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 41">
              <a:extLst>
                <a:ext uri="{FF2B5EF4-FFF2-40B4-BE49-F238E27FC236}">
                  <a16:creationId xmlns:a16="http://schemas.microsoft.com/office/drawing/2014/main" id="{BEA0AA89-2965-2A44-B84E-51C748B2D2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8" y="0"/>
              <a:ext cx="1130725" cy="565362"/>
            </a:xfrm>
            <a:custGeom>
              <a:avLst/>
              <a:gdLst>
                <a:gd name="connsiteX0" fmla="*/ 0 w 1130725"/>
                <a:gd name="connsiteY0" fmla="*/ 0 h 565362"/>
                <a:gd name="connsiteX1" fmla="*/ 25420 w 1130725"/>
                <a:gd name="connsiteY1" fmla="*/ 0 h 565362"/>
                <a:gd name="connsiteX2" fmla="*/ 36369 w 1130725"/>
                <a:gd name="connsiteY2" fmla="*/ 108609 h 565362"/>
                <a:gd name="connsiteX3" fmla="*/ 565363 w 1130725"/>
                <a:gd name="connsiteY3" fmla="*/ 539750 h 565362"/>
                <a:gd name="connsiteX4" fmla="*/ 1094356 w 1130725"/>
                <a:gd name="connsiteY4" fmla="*/ 108609 h 565362"/>
                <a:gd name="connsiteX5" fmla="*/ 1105305 w 1130725"/>
                <a:gd name="connsiteY5" fmla="*/ 0 h 565362"/>
                <a:gd name="connsiteX6" fmla="*/ 1130725 w 1130725"/>
                <a:gd name="connsiteY6" fmla="*/ 0 h 565362"/>
                <a:gd name="connsiteX7" fmla="*/ 565363 w 1130725"/>
                <a:gd name="connsiteY7" fmla="*/ 565362 h 565362"/>
                <a:gd name="connsiteX8" fmla="*/ 0 w 1130725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5" h="565362">
                  <a:moveTo>
                    <a:pt x="0" y="0"/>
                  </a:moveTo>
                  <a:lnTo>
                    <a:pt x="25420" y="0"/>
                  </a:lnTo>
                  <a:lnTo>
                    <a:pt x="36369" y="108609"/>
                  </a:lnTo>
                  <a:cubicBezTo>
                    <a:pt x="86718" y="354660"/>
                    <a:pt x="304425" y="539750"/>
                    <a:pt x="565363" y="539750"/>
                  </a:cubicBezTo>
                  <a:cubicBezTo>
                    <a:pt x="826300" y="539750"/>
                    <a:pt x="1044007" y="354660"/>
                    <a:pt x="1094356" y="108609"/>
                  </a:cubicBezTo>
                  <a:lnTo>
                    <a:pt x="1105305" y="0"/>
                  </a:lnTo>
                  <a:lnTo>
                    <a:pt x="1130725" y="0"/>
                  </a:lnTo>
                  <a:cubicBezTo>
                    <a:pt x="1130725" y="312241"/>
                    <a:pt x="877604" y="565362"/>
                    <a:pt x="565363" y="565362"/>
                  </a:cubicBezTo>
                  <a:cubicBezTo>
                    <a:pt x="253121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 42">
              <a:extLst>
                <a:ext uri="{FF2B5EF4-FFF2-40B4-BE49-F238E27FC236}">
                  <a16:creationId xmlns:a16="http://schemas.microsoft.com/office/drawing/2014/main" id="{7EC47259-887A-FD48-989C-42BC5A3C9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0"/>
              <a:ext cx="535422" cy="562344"/>
            </a:xfrm>
            <a:custGeom>
              <a:avLst/>
              <a:gdLst>
                <a:gd name="connsiteX0" fmla="*/ 0 w 535422"/>
                <a:gd name="connsiteY0" fmla="*/ 0 h 562344"/>
                <a:gd name="connsiteX1" fmla="*/ 25421 w 535422"/>
                <a:gd name="connsiteY1" fmla="*/ 0 h 562344"/>
                <a:gd name="connsiteX2" fmla="*/ 36370 w 535422"/>
                <a:gd name="connsiteY2" fmla="*/ 108609 h 562344"/>
                <a:gd name="connsiteX3" fmla="*/ 469781 w 535422"/>
                <a:gd name="connsiteY3" fmla="*/ 531316 h 562344"/>
                <a:gd name="connsiteX4" fmla="*/ 535422 w 535422"/>
                <a:gd name="connsiteY4" fmla="*/ 537108 h 562344"/>
                <a:gd name="connsiteX5" fmla="*/ 535422 w 535422"/>
                <a:gd name="connsiteY5" fmla="*/ 562344 h 562344"/>
                <a:gd name="connsiteX6" fmla="*/ 451424 w 535422"/>
                <a:gd name="connsiteY6" fmla="*/ 553876 h 562344"/>
                <a:gd name="connsiteX7" fmla="*/ 0 w 535422"/>
                <a:gd name="connsiteY7" fmla="*/ 0 h 56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422" h="562344">
                  <a:moveTo>
                    <a:pt x="0" y="0"/>
                  </a:moveTo>
                  <a:lnTo>
                    <a:pt x="25421" y="0"/>
                  </a:lnTo>
                  <a:lnTo>
                    <a:pt x="36370" y="108609"/>
                  </a:lnTo>
                  <a:cubicBezTo>
                    <a:pt x="80425" y="323904"/>
                    <a:pt x="252614" y="492525"/>
                    <a:pt x="469781" y="531316"/>
                  </a:cubicBezTo>
                  <a:lnTo>
                    <a:pt x="535422" y="537108"/>
                  </a:lnTo>
                  <a:lnTo>
                    <a:pt x="535422" y="562344"/>
                  </a:lnTo>
                  <a:lnTo>
                    <a:pt x="451424" y="553876"/>
                  </a:lnTo>
                  <a:cubicBezTo>
                    <a:pt x="193797" y="501158"/>
                    <a:pt x="0" y="27321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 43">
              <a:extLst>
                <a:ext uri="{FF2B5EF4-FFF2-40B4-BE49-F238E27FC236}">
                  <a16:creationId xmlns:a16="http://schemas.microsoft.com/office/drawing/2014/main" id="{16E261C3-18BE-934F-8A2B-59BE70AE2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2181112"/>
              <a:ext cx="535422" cy="1124687"/>
            </a:xfrm>
            <a:custGeom>
              <a:avLst/>
              <a:gdLst>
                <a:gd name="connsiteX0" fmla="*/ 535422 w 535422"/>
                <a:gd name="connsiteY0" fmla="*/ 0 h 1124687"/>
                <a:gd name="connsiteX1" fmla="*/ 535422 w 535422"/>
                <a:gd name="connsiteY1" fmla="*/ 25186 h 1124687"/>
                <a:gd name="connsiteX2" fmla="*/ 456541 w 535422"/>
                <a:gd name="connsiteY2" fmla="*/ 33138 h 1124687"/>
                <a:gd name="connsiteX3" fmla="*/ 25399 w 535422"/>
                <a:gd name="connsiteY3" fmla="*/ 562130 h 1124687"/>
                <a:gd name="connsiteX4" fmla="*/ 456541 w 535422"/>
                <a:gd name="connsiteY4" fmla="*/ 1091123 h 1124687"/>
                <a:gd name="connsiteX5" fmla="*/ 535422 w 535422"/>
                <a:gd name="connsiteY5" fmla="*/ 1099075 h 1124687"/>
                <a:gd name="connsiteX6" fmla="*/ 535422 w 535422"/>
                <a:gd name="connsiteY6" fmla="*/ 1124687 h 1124687"/>
                <a:gd name="connsiteX7" fmla="*/ 451423 w 535422"/>
                <a:gd name="connsiteY7" fmla="*/ 1116219 h 1124687"/>
                <a:gd name="connsiteX8" fmla="*/ 0 w 535422"/>
                <a:gd name="connsiteY8" fmla="*/ 562343 h 1124687"/>
                <a:gd name="connsiteX9" fmla="*/ 451423 w 535422"/>
                <a:gd name="connsiteY9" fmla="*/ 8468 h 112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7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7"/>
                    <a:pt x="25399" y="301194"/>
                    <a:pt x="25399" y="562130"/>
                  </a:cubicBezTo>
                  <a:cubicBezTo>
                    <a:pt x="25399" y="823067"/>
                    <a:pt x="210489" y="1040774"/>
                    <a:pt x="456541" y="1091123"/>
                  </a:cubicBezTo>
                  <a:lnTo>
                    <a:pt x="535422" y="1099075"/>
                  </a:lnTo>
                  <a:lnTo>
                    <a:pt x="535422" y="1124687"/>
                  </a:lnTo>
                  <a:lnTo>
                    <a:pt x="451423" y="1116219"/>
                  </a:lnTo>
                  <a:cubicBezTo>
                    <a:pt x="193797" y="1063501"/>
                    <a:pt x="0" y="835554"/>
                    <a:pt x="0" y="562343"/>
                  </a:cubicBezTo>
                  <a:cubicBezTo>
                    <a:pt x="0" y="289132"/>
                    <a:pt x="193797" y="61185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 44">
              <a:extLst>
                <a:ext uri="{FF2B5EF4-FFF2-40B4-BE49-F238E27FC236}">
                  <a16:creationId xmlns:a16="http://schemas.microsoft.com/office/drawing/2014/main" id="{35A2267B-0862-A24E-87D2-6CE5187CF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6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45">
              <a:extLst>
                <a:ext uri="{FF2B5EF4-FFF2-40B4-BE49-F238E27FC236}">
                  <a16:creationId xmlns:a16="http://schemas.microsoft.com/office/drawing/2014/main" id="{A404A0DE-A076-8C4E-B8D4-EBC9453377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3552837"/>
              <a:ext cx="535422" cy="1124688"/>
            </a:xfrm>
            <a:custGeom>
              <a:avLst/>
              <a:gdLst>
                <a:gd name="connsiteX0" fmla="*/ 535422 w 535422"/>
                <a:gd name="connsiteY0" fmla="*/ 0 h 1124688"/>
                <a:gd name="connsiteX1" fmla="*/ 535422 w 535422"/>
                <a:gd name="connsiteY1" fmla="*/ 25186 h 1124688"/>
                <a:gd name="connsiteX2" fmla="*/ 456541 w 535422"/>
                <a:gd name="connsiteY2" fmla="*/ 33138 h 1124688"/>
                <a:gd name="connsiteX3" fmla="*/ 25399 w 535422"/>
                <a:gd name="connsiteY3" fmla="*/ 562131 h 1124688"/>
                <a:gd name="connsiteX4" fmla="*/ 456541 w 535422"/>
                <a:gd name="connsiteY4" fmla="*/ 1091124 h 1124688"/>
                <a:gd name="connsiteX5" fmla="*/ 535422 w 535422"/>
                <a:gd name="connsiteY5" fmla="*/ 1099076 h 1124688"/>
                <a:gd name="connsiteX6" fmla="*/ 535422 w 535422"/>
                <a:gd name="connsiteY6" fmla="*/ 1124688 h 1124688"/>
                <a:gd name="connsiteX7" fmla="*/ 451423 w 535422"/>
                <a:gd name="connsiteY7" fmla="*/ 1116220 h 1124688"/>
                <a:gd name="connsiteX8" fmla="*/ 0 w 535422"/>
                <a:gd name="connsiteY8" fmla="*/ 562344 h 1124688"/>
                <a:gd name="connsiteX9" fmla="*/ 451423 w 535422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8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2" y="1099076"/>
                  </a:lnTo>
                  <a:lnTo>
                    <a:pt x="535422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53">
              <a:extLst>
                <a:ext uri="{FF2B5EF4-FFF2-40B4-BE49-F238E27FC236}">
                  <a16:creationId xmlns:a16="http://schemas.microsoft.com/office/drawing/2014/main" id="{9EED6D73-C275-3347-BB66-C839642572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642" y="6295916"/>
              <a:ext cx="535358" cy="562084"/>
            </a:xfrm>
            <a:custGeom>
              <a:avLst/>
              <a:gdLst>
                <a:gd name="connsiteX0" fmla="*/ 535358 w 535358"/>
                <a:gd name="connsiteY0" fmla="*/ 0 h 562084"/>
                <a:gd name="connsiteX1" fmla="*/ 535358 w 535358"/>
                <a:gd name="connsiteY1" fmla="*/ 25186 h 562084"/>
                <a:gd name="connsiteX2" fmla="*/ 469717 w 535358"/>
                <a:gd name="connsiteY2" fmla="*/ 30978 h 562084"/>
                <a:gd name="connsiteX3" fmla="*/ 36306 w 535358"/>
                <a:gd name="connsiteY3" fmla="*/ 453686 h 562084"/>
                <a:gd name="connsiteX4" fmla="*/ 25378 w 535358"/>
                <a:gd name="connsiteY4" fmla="*/ 562084 h 562084"/>
                <a:gd name="connsiteX5" fmla="*/ 0 w 535358"/>
                <a:gd name="connsiteY5" fmla="*/ 562084 h 562084"/>
                <a:gd name="connsiteX6" fmla="*/ 11423 w 535358"/>
                <a:gd name="connsiteY6" fmla="*/ 448780 h 562084"/>
                <a:gd name="connsiteX7" fmla="*/ 465221 w 535358"/>
                <a:gd name="connsiteY7" fmla="*/ 6189 h 5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358" h="562084">
                  <a:moveTo>
                    <a:pt x="535358" y="0"/>
                  </a:moveTo>
                  <a:lnTo>
                    <a:pt x="535358" y="25186"/>
                  </a:lnTo>
                  <a:lnTo>
                    <a:pt x="469717" y="30978"/>
                  </a:lnTo>
                  <a:cubicBezTo>
                    <a:pt x="252550" y="69769"/>
                    <a:pt x="80361" y="238391"/>
                    <a:pt x="36306" y="453686"/>
                  </a:cubicBezTo>
                  <a:lnTo>
                    <a:pt x="25378" y="562084"/>
                  </a:lnTo>
                  <a:lnTo>
                    <a:pt x="0" y="562084"/>
                  </a:lnTo>
                  <a:lnTo>
                    <a:pt x="11423" y="448780"/>
                  </a:lnTo>
                  <a:cubicBezTo>
                    <a:pt x="57551" y="223357"/>
                    <a:pt x="237840" y="46805"/>
                    <a:pt x="465221" y="618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394064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DD207D-46E0-F6F6-740A-F1D279CB7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Fira Code" pitchFamily="1" charset="0"/>
                <a:ea typeface="Fira Code" pitchFamily="1" charset="0"/>
                <a:cs typeface="Fira Code" pitchFamily="1" charset="0"/>
              </a:rPr>
              <a:t>Demo </a:t>
            </a:r>
            <a:r>
              <a:rPr lang="zh-TW" altLang="en-US" dirty="0">
                <a:latin typeface="Fira Code" pitchFamily="1" charset="0"/>
                <a:cs typeface="Fira Code" pitchFamily="1" charset="0"/>
              </a:rPr>
              <a:t>架構簡述</a:t>
            </a:r>
          </a:p>
        </p:txBody>
      </p:sp>
      <p:graphicFrame>
        <p:nvGraphicFramePr>
          <p:cNvPr id="5" name="內容版面配置區 2">
            <a:extLst>
              <a:ext uri="{FF2B5EF4-FFF2-40B4-BE49-F238E27FC236}">
                <a16:creationId xmlns:a16="http://schemas.microsoft.com/office/drawing/2014/main" id="{9E27B6A2-1180-1FC8-44FB-1B3EB6DCBF0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65150" y="2160016"/>
          <a:ext cx="7335835" cy="36012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E0E4B76C-FDEF-557C-83B9-BF1917CD781E}"/>
              </a:ext>
            </a:extLst>
          </p:cNvPr>
          <p:cNvSpPr txBox="1"/>
          <p:nvPr/>
        </p:nvSpPr>
        <p:spPr>
          <a:xfrm>
            <a:off x="2876139" y="4841966"/>
            <a:ext cx="50248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※</a:t>
            </a:r>
            <a:r>
              <a:rPr lang="zh-TW" altLang="en-US" dirty="0">
                <a:solidFill>
                  <a:srgbClr val="FF0000"/>
                </a:solidFill>
              </a:rPr>
              <a:t>尚未串接資料庫，使用者資料僅存在後端</a:t>
            </a:r>
          </a:p>
        </p:txBody>
      </p:sp>
    </p:spTree>
    <p:extLst>
      <p:ext uri="{BB962C8B-B14F-4D97-AF65-F5344CB8AC3E}">
        <p14:creationId xmlns:p14="http://schemas.microsoft.com/office/powerpoint/2010/main" val="633164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註冊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/register</a:t>
            </a:r>
            <a:endParaRPr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</p:spTree>
    <p:extLst>
      <p:ext uri="{BB962C8B-B14F-4D97-AF65-F5344CB8AC3E}">
        <p14:creationId xmlns:p14="http://schemas.microsoft.com/office/powerpoint/2010/main" val="3468108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 </a:t>
            </a:r>
            <a:r>
              <a:rPr lang="zh-TW" altLang="en-US" dirty="0"/>
              <a:t>註冊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/register</a:t>
            </a:r>
            <a:endParaRPr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7563898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280189" y="1994748"/>
            <a:ext cx="2951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2831811" cy="686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9259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 </a:t>
            </a:r>
            <a:r>
              <a:rPr lang="zh-TW" altLang="en-US" dirty="0"/>
              <a:t>註冊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/register</a:t>
            </a:r>
            <a:endParaRPr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7563898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280189" y="1994748"/>
            <a:ext cx="2951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2831811" cy="686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275792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106230" y="2582072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7903910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判斷新舊使用者</a:t>
            </a:r>
          </a:p>
        </p:txBody>
      </p:sp>
    </p:spTree>
    <p:extLst>
      <p:ext uri="{BB962C8B-B14F-4D97-AF65-F5344CB8AC3E}">
        <p14:creationId xmlns:p14="http://schemas.microsoft.com/office/powerpoint/2010/main" val="3899208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註冊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7563898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280189" y="1994748"/>
            <a:ext cx="2951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2831811" cy="686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275792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106230" y="2582072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7903910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判斷新舊使用者</a:t>
            </a:r>
          </a:p>
        </p:txBody>
      </p:sp>
    </p:spTree>
    <p:extLst>
      <p:ext uri="{BB962C8B-B14F-4D97-AF65-F5344CB8AC3E}">
        <p14:creationId xmlns:p14="http://schemas.microsoft.com/office/powerpoint/2010/main" val="2433431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註冊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/store-credential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7563898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280189" y="1994748"/>
            <a:ext cx="2951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2831811" cy="686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275792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106230" y="2582072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861815D-E619-7F1A-9F0E-5F4DC18968B2}"/>
              </a:ext>
            </a:extLst>
          </p:cNvPr>
          <p:cNvSpPr txBox="1"/>
          <p:nvPr/>
        </p:nvSpPr>
        <p:spPr>
          <a:xfrm>
            <a:off x="4266829" y="3658031"/>
            <a:ext cx="3637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</a:t>
            </a:r>
            <a:r>
              <a:rPr lang="en-US" altLang="zh-TW" b="0" dirty="0">
                <a:solidFill>
                  <a:srgbClr val="FF0000"/>
                </a:solidFill>
                <a:effectLst/>
                <a:latin typeface="Fira code" pitchFamily="1" charset="0"/>
              </a:rPr>
              <a:t>store-credential</a:t>
            </a:r>
          </a:p>
          <a:p>
            <a:endParaRPr lang="zh-TW" altLang="en-US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9937A7F5-FF55-15A8-0DBA-31B47E3903E2}"/>
              </a:ext>
            </a:extLst>
          </p:cNvPr>
          <p:cNvCxnSpPr>
            <a:cxnSpLocks/>
          </p:cNvCxnSpPr>
          <p:nvPr/>
        </p:nvCxnSpPr>
        <p:spPr>
          <a:xfrm>
            <a:off x="4326371" y="4021800"/>
            <a:ext cx="3020662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7903910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判斷新舊使用者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6281194-CFF6-4CF1-9EA9-53A48BC98850}"/>
              </a:ext>
            </a:extLst>
          </p:cNvPr>
          <p:cNvSpPr/>
          <p:nvPr/>
        </p:nvSpPr>
        <p:spPr>
          <a:xfrm>
            <a:off x="7903910" y="4021800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儲存使用者資料</a:t>
            </a:r>
          </a:p>
        </p:txBody>
      </p:sp>
    </p:spTree>
    <p:extLst>
      <p:ext uri="{BB962C8B-B14F-4D97-AF65-F5344CB8AC3E}">
        <p14:creationId xmlns:p14="http://schemas.microsoft.com/office/powerpoint/2010/main" val="2063174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註冊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/store-credential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7563898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280189" y="1994748"/>
            <a:ext cx="2951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2831811" cy="686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275792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106230" y="2582072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861815D-E619-7F1A-9F0E-5F4DC18968B2}"/>
              </a:ext>
            </a:extLst>
          </p:cNvPr>
          <p:cNvSpPr txBox="1"/>
          <p:nvPr/>
        </p:nvSpPr>
        <p:spPr>
          <a:xfrm>
            <a:off x="4266829" y="3658031"/>
            <a:ext cx="3637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</a:t>
            </a:r>
            <a:r>
              <a:rPr lang="en-US" altLang="zh-TW" b="0" dirty="0">
                <a:solidFill>
                  <a:srgbClr val="FF0000"/>
                </a:solidFill>
                <a:effectLst/>
                <a:latin typeface="Fira code" pitchFamily="1" charset="0"/>
              </a:rPr>
              <a:t>store-credential</a:t>
            </a:r>
          </a:p>
          <a:p>
            <a:endParaRPr lang="zh-TW" altLang="en-US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9937A7F5-FF55-15A8-0DBA-31B47E3903E2}"/>
              </a:ext>
            </a:extLst>
          </p:cNvPr>
          <p:cNvCxnSpPr>
            <a:cxnSpLocks/>
          </p:cNvCxnSpPr>
          <p:nvPr/>
        </p:nvCxnSpPr>
        <p:spPr>
          <a:xfrm>
            <a:off x="4326371" y="4021800"/>
            <a:ext cx="3020662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7903910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判斷新舊使用者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6281194-CFF6-4CF1-9EA9-53A48BC98850}"/>
              </a:ext>
            </a:extLst>
          </p:cNvPr>
          <p:cNvSpPr/>
          <p:nvPr/>
        </p:nvSpPr>
        <p:spPr>
          <a:xfrm>
            <a:off x="7903910" y="4021800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儲存使用者資料</a:t>
            </a:r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796A8D07-C798-A8B7-E554-3E9AC5F66A18}"/>
              </a:ext>
            </a:extLst>
          </p:cNvPr>
          <p:cNvCxnSpPr>
            <a:cxnSpLocks/>
          </p:cNvCxnSpPr>
          <p:nvPr/>
        </p:nvCxnSpPr>
        <p:spPr>
          <a:xfrm flipH="1">
            <a:off x="4400262" y="4623019"/>
            <a:ext cx="275792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9618B4C5-DB2D-D4AE-3625-4C76ABB0342D}"/>
              </a:ext>
            </a:extLst>
          </p:cNvPr>
          <p:cNvSpPr txBox="1"/>
          <p:nvPr/>
        </p:nvSpPr>
        <p:spPr>
          <a:xfrm>
            <a:off x="5103800" y="4200904"/>
            <a:ext cx="1140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成功註冊</a:t>
            </a:r>
          </a:p>
        </p:txBody>
      </p:sp>
    </p:spTree>
    <p:extLst>
      <p:ext uri="{BB962C8B-B14F-4D97-AF65-F5344CB8AC3E}">
        <p14:creationId xmlns:p14="http://schemas.microsoft.com/office/powerpoint/2010/main" val="1611436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登入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/verify-register</a:t>
            </a:r>
            <a:endParaRPr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8282164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413389" y="2054403"/>
            <a:ext cx="3914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/verify-register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881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登入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/verify-register</a:t>
            </a:r>
            <a:endParaRPr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8282164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413389" y="2054403"/>
            <a:ext cx="3914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/verify-register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399044" y="2669511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8622176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判斷有無使用者</a:t>
            </a:r>
          </a:p>
        </p:txBody>
      </p:sp>
    </p:spTree>
    <p:extLst>
      <p:ext uri="{BB962C8B-B14F-4D97-AF65-F5344CB8AC3E}">
        <p14:creationId xmlns:p14="http://schemas.microsoft.com/office/powerpoint/2010/main" val="14944025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登入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/verify-register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8282164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413389" y="2054403"/>
            <a:ext cx="3914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/verify-register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399044" y="2669511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8622176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判斷有無使用者</a:t>
            </a:r>
          </a:p>
        </p:txBody>
      </p:sp>
    </p:spTree>
    <p:extLst>
      <p:ext uri="{BB962C8B-B14F-4D97-AF65-F5344CB8AC3E}">
        <p14:creationId xmlns:p14="http://schemas.microsoft.com/office/powerpoint/2010/main" val="3669685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登入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/verify-credential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8282164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413389" y="2054403"/>
            <a:ext cx="3914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/verify-register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399044" y="2669511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861815D-E619-7F1A-9F0E-5F4DC18968B2}"/>
              </a:ext>
            </a:extLst>
          </p:cNvPr>
          <p:cNvSpPr txBox="1"/>
          <p:nvPr/>
        </p:nvSpPr>
        <p:spPr>
          <a:xfrm>
            <a:off x="4413389" y="3641270"/>
            <a:ext cx="3637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</a:t>
            </a:r>
            <a:r>
              <a:rPr lang="en-US" altLang="zh-TW" b="0" dirty="0">
                <a:solidFill>
                  <a:srgbClr val="FF0000"/>
                </a:solidFill>
                <a:effectLst/>
                <a:latin typeface="Fira code" pitchFamily="1" charset="0"/>
              </a:rPr>
              <a:t>verify-credential</a:t>
            </a:r>
          </a:p>
          <a:p>
            <a:endParaRPr lang="zh-TW" altLang="en-US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9937A7F5-FF55-15A8-0DBA-31B47E3903E2}"/>
              </a:ext>
            </a:extLst>
          </p:cNvPr>
          <p:cNvCxnSpPr>
            <a:cxnSpLocks/>
          </p:cNvCxnSpPr>
          <p:nvPr/>
        </p:nvCxnSpPr>
        <p:spPr>
          <a:xfrm>
            <a:off x="4326371" y="4021800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8622176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判斷有無使用者</a:t>
            </a:r>
          </a:p>
        </p:txBody>
      </p:sp>
    </p:spTree>
    <p:extLst>
      <p:ext uri="{BB962C8B-B14F-4D97-AF65-F5344CB8AC3E}">
        <p14:creationId xmlns:p14="http://schemas.microsoft.com/office/powerpoint/2010/main" val="25741657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登入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/verify-credential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8282164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413389" y="2054403"/>
            <a:ext cx="3914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/verify-register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399044" y="2669511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861815D-E619-7F1A-9F0E-5F4DC18968B2}"/>
              </a:ext>
            </a:extLst>
          </p:cNvPr>
          <p:cNvSpPr txBox="1"/>
          <p:nvPr/>
        </p:nvSpPr>
        <p:spPr>
          <a:xfrm>
            <a:off x="4413389" y="3641270"/>
            <a:ext cx="3637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</a:t>
            </a:r>
            <a:r>
              <a:rPr lang="en-US" altLang="zh-TW" b="0" dirty="0">
                <a:solidFill>
                  <a:srgbClr val="FF0000"/>
                </a:solidFill>
                <a:effectLst/>
                <a:latin typeface="Fira code" pitchFamily="1" charset="0"/>
              </a:rPr>
              <a:t>verify-credential</a:t>
            </a:r>
          </a:p>
          <a:p>
            <a:endParaRPr lang="zh-TW" altLang="en-US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9937A7F5-FF55-15A8-0DBA-31B47E3903E2}"/>
              </a:ext>
            </a:extLst>
          </p:cNvPr>
          <p:cNvCxnSpPr>
            <a:cxnSpLocks/>
          </p:cNvCxnSpPr>
          <p:nvPr/>
        </p:nvCxnSpPr>
        <p:spPr>
          <a:xfrm>
            <a:off x="4326371" y="4021800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8622176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判斷有無使用者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6281194-CFF6-4CF1-9EA9-53A48BC98850}"/>
              </a:ext>
            </a:extLst>
          </p:cNvPr>
          <p:cNvSpPr/>
          <p:nvPr/>
        </p:nvSpPr>
        <p:spPr>
          <a:xfrm>
            <a:off x="8622176" y="4021800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驗證使用者資料</a:t>
            </a:r>
          </a:p>
        </p:txBody>
      </p:sp>
    </p:spTree>
    <p:extLst>
      <p:ext uri="{BB962C8B-B14F-4D97-AF65-F5344CB8AC3E}">
        <p14:creationId xmlns:p14="http://schemas.microsoft.com/office/powerpoint/2010/main" val="39447987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93D216-982B-81FF-80B8-E8D99381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10240521" cy="1268984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網頁驗證流程 </a:t>
            </a:r>
            <a:r>
              <a:rPr lang="en-US" altLang="zh-TW" dirty="0"/>
              <a:t>–</a:t>
            </a:r>
            <a:r>
              <a:rPr lang="zh-TW" altLang="en-US" dirty="0"/>
              <a:t> 登入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Fira code" pitchFamily="1" charset="0"/>
              </a:rPr>
              <a:t>/verify-credential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4207E8-3458-1C88-03EB-F43ABC311208}"/>
              </a:ext>
            </a:extLst>
          </p:cNvPr>
          <p:cNvSpPr/>
          <p:nvPr/>
        </p:nvSpPr>
        <p:spPr>
          <a:xfrm>
            <a:off x="1596655" y="3045709"/>
            <a:ext cx="340011" cy="11911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瀏覽器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7CAC6-BD1F-CFBF-C549-82BC31837819}"/>
              </a:ext>
            </a:extLst>
          </p:cNvPr>
          <p:cNvSpPr/>
          <p:nvPr/>
        </p:nvSpPr>
        <p:spPr>
          <a:xfrm>
            <a:off x="3766219" y="1965350"/>
            <a:ext cx="340011" cy="27016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AF1438-E8A1-25D1-F4BA-0D6DAF74CEF9}"/>
              </a:ext>
            </a:extLst>
          </p:cNvPr>
          <p:cNvSpPr/>
          <p:nvPr/>
        </p:nvSpPr>
        <p:spPr>
          <a:xfrm>
            <a:off x="8282164" y="1965350"/>
            <a:ext cx="340012" cy="2701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後端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97F46BA-70CA-0F4A-EBD9-D4EFDB962C04}"/>
              </a:ext>
            </a:extLst>
          </p:cNvPr>
          <p:cNvCxnSpPr>
            <a:cxnSpLocks/>
          </p:cNvCxnSpPr>
          <p:nvPr/>
        </p:nvCxnSpPr>
        <p:spPr>
          <a:xfrm>
            <a:off x="2342382" y="2409206"/>
            <a:ext cx="1323347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ED5A8E-1E7B-7555-6B38-81FB669E4B71}"/>
              </a:ext>
            </a:extLst>
          </p:cNvPr>
          <p:cNvSpPr txBox="1"/>
          <p:nvPr/>
        </p:nvSpPr>
        <p:spPr>
          <a:xfrm>
            <a:off x="2317001" y="2039874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username</a:t>
            </a:r>
            <a:endParaRPr lang="zh-TW" altLang="en-US" dirty="0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A6B441E-E8D4-E360-E3FF-70D2E5F6844D}"/>
              </a:ext>
            </a:extLst>
          </p:cNvPr>
          <p:cNvSpPr/>
          <p:nvPr/>
        </p:nvSpPr>
        <p:spPr>
          <a:xfrm>
            <a:off x="1386329" y="1972216"/>
            <a:ext cx="748146" cy="8877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使用者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936D2B-CFEE-9B24-59B8-90E7BDCD3D85}"/>
              </a:ext>
            </a:extLst>
          </p:cNvPr>
          <p:cNvSpPr txBox="1"/>
          <p:nvPr/>
        </p:nvSpPr>
        <p:spPr>
          <a:xfrm>
            <a:off x="4413389" y="2054403"/>
            <a:ext cx="3914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/verify-register </a:t>
            </a:r>
            <a:r>
              <a:rPr lang="en-US" altLang="zh-TW" dirty="0"/>
              <a:t>{username}</a:t>
            </a:r>
            <a:endParaRPr lang="zh-TW" altLang="en-US" dirty="0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9EB607A-316C-F61E-CE68-8EABCEE17DE7}"/>
              </a:ext>
            </a:extLst>
          </p:cNvPr>
          <p:cNvCxnSpPr>
            <a:cxnSpLocks/>
          </p:cNvCxnSpPr>
          <p:nvPr/>
        </p:nvCxnSpPr>
        <p:spPr>
          <a:xfrm>
            <a:off x="4326371" y="2409207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D2A2F7C8-4C2F-2CDC-3154-00F8F9971D2A}"/>
              </a:ext>
            </a:extLst>
          </p:cNvPr>
          <p:cNvCxnSpPr>
            <a:cxnSpLocks/>
          </p:cNvCxnSpPr>
          <p:nvPr/>
        </p:nvCxnSpPr>
        <p:spPr>
          <a:xfrm flipH="1">
            <a:off x="4326371" y="3045709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C21DC1-6848-1443-F317-51816D1424CF}"/>
              </a:ext>
            </a:extLst>
          </p:cNvPr>
          <p:cNvSpPr txBox="1"/>
          <p:nvPr/>
        </p:nvSpPr>
        <p:spPr>
          <a:xfrm>
            <a:off x="4399044" y="2669511"/>
            <a:ext cx="354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Return {challenge &amp; </a:t>
            </a:r>
            <a:r>
              <a:rPr lang="en-US" altLang="zh-TW" dirty="0" err="1"/>
              <a:t>WebAuthn</a:t>
            </a:r>
            <a:r>
              <a:rPr lang="en-US" altLang="zh-TW" dirty="0"/>
              <a:t>}</a:t>
            </a:r>
            <a:endParaRPr lang="zh-TW" altLang="en-US" dirty="0"/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4ECEE5A6-694F-B9B1-2CD2-E50A2E7599E5}"/>
              </a:ext>
            </a:extLst>
          </p:cNvPr>
          <p:cNvCxnSpPr>
            <a:cxnSpLocks/>
          </p:cNvCxnSpPr>
          <p:nvPr/>
        </p:nvCxnSpPr>
        <p:spPr>
          <a:xfrm flipH="1">
            <a:off x="2023780" y="3316162"/>
            <a:ext cx="164194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B09AD9AF-448E-0BAB-155A-077AB324EBFE}"/>
              </a:ext>
            </a:extLst>
          </p:cNvPr>
          <p:cNvSpPr txBox="1"/>
          <p:nvPr/>
        </p:nvSpPr>
        <p:spPr>
          <a:xfrm>
            <a:off x="2261114" y="2913510"/>
            <a:ext cx="12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調用 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E6B85DB3-E92E-B067-1FB0-735E6A92018D}"/>
              </a:ext>
            </a:extLst>
          </p:cNvPr>
          <p:cNvCxnSpPr>
            <a:cxnSpLocks/>
          </p:cNvCxnSpPr>
          <p:nvPr/>
        </p:nvCxnSpPr>
        <p:spPr>
          <a:xfrm>
            <a:off x="2046737" y="3787147"/>
            <a:ext cx="16588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D9EB68C-8871-4A17-8133-9B6914273DBF}"/>
              </a:ext>
            </a:extLst>
          </p:cNvPr>
          <p:cNvSpPr txBox="1"/>
          <p:nvPr/>
        </p:nvSpPr>
        <p:spPr>
          <a:xfrm>
            <a:off x="2078182" y="3462056"/>
            <a:ext cx="1732044" cy="32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650"/>
              </a:lnSpc>
            </a:pPr>
            <a:r>
              <a:rPr lang="en-US" altLang="zh-TW" b="0" dirty="0">
                <a:solidFill>
                  <a:srgbClr val="4FC1FF"/>
                </a:solidFill>
                <a:effectLst/>
                <a:latin typeface="Fira code" pitchFamily="1" charset="0"/>
              </a:rPr>
              <a:t>credential</a:t>
            </a:r>
            <a:endParaRPr lang="en-US" altLang="zh-TW" b="0" dirty="0">
              <a:solidFill>
                <a:srgbClr val="CCCCCC"/>
              </a:solidFill>
              <a:effectLst/>
              <a:latin typeface="Fira code" pitchFamily="1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861815D-E619-7F1A-9F0E-5F4DC18968B2}"/>
              </a:ext>
            </a:extLst>
          </p:cNvPr>
          <p:cNvSpPr txBox="1"/>
          <p:nvPr/>
        </p:nvSpPr>
        <p:spPr>
          <a:xfrm>
            <a:off x="4413389" y="3641270"/>
            <a:ext cx="3637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Post </a:t>
            </a:r>
            <a:r>
              <a:rPr lang="en-US" altLang="zh-TW" dirty="0">
                <a:solidFill>
                  <a:srgbClr val="FF0000"/>
                </a:solidFill>
              </a:rPr>
              <a:t>/</a:t>
            </a:r>
            <a:r>
              <a:rPr lang="en-US" altLang="zh-TW" b="0" dirty="0">
                <a:solidFill>
                  <a:srgbClr val="FF0000"/>
                </a:solidFill>
                <a:effectLst/>
                <a:latin typeface="Fira code" pitchFamily="1" charset="0"/>
              </a:rPr>
              <a:t>verify-credential</a:t>
            </a:r>
          </a:p>
          <a:p>
            <a:endParaRPr lang="zh-TW" altLang="en-US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9937A7F5-FF55-15A8-0DBA-31B47E3903E2}"/>
              </a:ext>
            </a:extLst>
          </p:cNvPr>
          <p:cNvCxnSpPr>
            <a:cxnSpLocks/>
          </p:cNvCxnSpPr>
          <p:nvPr/>
        </p:nvCxnSpPr>
        <p:spPr>
          <a:xfrm>
            <a:off x="4326371" y="4021800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A5E5DEEA-DC72-25AE-6F35-14531CF21846}"/>
              </a:ext>
            </a:extLst>
          </p:cNvPr>
          <p:cNvSpPr/>
          <p:nvPr/>
        </p:nvSpPr>
        <p:spPr>
          <a:xfrm>
            <a:off x="8622176" y="2416073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判斷有無使用者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6281194-CFF6-4CF1-9EA9-53A48BC98850}"/>
              </a:ext>
            </a:extLst>
          </p:cNvPr>
          <p:cNvSpPr/>
          <p:nvPr/>
        </p:nvSpPr>
        <p:spPr>
          <a:xfrm>
            <a:off x="8622176" y="4021800"/>
            <a:ext cx="2145254" cy="6296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驗證使用者資料</a:t>
            </a:r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D477A160-9BA4-0E72-435E-6F2C80797220}"/>
              </a:ext>
            </a:extLst>
          </p:cNvPr>
          <p:cNvCxnSpPr>
            <a:cxnSpLocks/>
          </p:cNvCxnSpPr>
          <p:nvPr/>
        </p:nvCxnSpPr>
        <p:spPr>
          <a:xfrm flipH="1">
            <a:off x="4326371" y="4651436"/>
            <a:ext cx="375940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1216BEAE-054C-2A12-3523-1BA312D60E63}"/>
              </a:ext>
            </a:extLst>
          </p:cNvPr>
          <p:cNvSpPr txBox="1"/>
          <p:nvPr/>
        </p:nvSpPr>
        <p:spPr>
          <a:xfrm>
            <a:off x="5574720" y="4282104"/>
            <a:ext cx="1124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成功登入</a:t>
            </a:r>
          </a:p>
        </p:txBody>
      </p:sp>
    </p:spTree>
    <p:extLst>
      <p:ext uri="{BB962C8B-B14F-4D97-AF65-F5344CB8AC3E}">
        <p14:creationId xmlns:p14="http://schemas.microsoft.com/office/powerpoint/2010/main" val="2842093696"/>
      </p:ext>
    </p:extLst>
  </p:cSld>
  <p:clrMapOvr>
    <a:masterClrMapping/>
  </p:clrMapOvr>
</p:sld>
</file>

<file path=ppt/theme/theme1.xml><?xml version="1.0" encoding="utf-8"?>
<a:theme xmlns:a="http://schemas.openxmlformats.org/drawingml/2006/main" name="PunchcardVTI">
  <a:themeElements>
    <a:clrScheme name="Punchcard">
      <a:dk1>
        <a:srgbClr val="000000"/>
      </a:dk1>
      <a:lt1>
        <a:srgbClr val="FFFFFF"/>
      </a:lt1>
      <a:dk2>
        <a:srgbClr val="00224B"/>
      </a:dk2>
      <a:lt2>
        <a:srgbClr val="EFF0EF"/>
      </a:lt2>
      <a:accent1>
        <a:srgbClr val="00B2F3"/>
      </a:accent1>
      <a:accent2>
        <a:srgbClr val="0471CC"/>
      </a:accent2>
      <a:accent3>
        <a:srgbClr val="14BBA9"/>
      </a:accent3>
      <a:accent4>
        <a:srgbClr val="8BB93B"/>
      </a:accent4>
      <a:accent5>
        <a:srgbClr val="EC970C"/>
      </a:accent5>
      <a:accent6>
        <a:srgbClr val="F55822"/>
      </a:accent6>
      <a:hlink>
        <a:srgbClr val="008EE6"/>
      </a:hlink>
      <a:folHlink>
        <a:srgbClr val="808C8E"/>
      </a:folHlink>
    </a:clrScheme>
    <a:fontScheme name="Punchcard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nchcardVTI" id="{C7262591-AF98-8F48-B56D-6342D2439B1A}" vid="{261D9F73-974A-B14E-9EAF-4871CCA60BB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402</Words>
  <Application>Microsoft Office PowerPoint</Application>
  <PresentationFormat>寬螢幕</PresentationFormat>
  <Paragraphs>126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1" baseType="lpstr">
      <vt:lpstr>Avenir Next</vt:lpstr>
      <vt:lpstr>標楷體</vt:lpstr>
      <vt:lpstr>Arial</vt:lpstr>
      <vt:lpstr>Fira code</vt:lpstr>
      <vt:lpstr>Fira code</vt:lpstr>
      <vt:lpstr>Neue Haas Grotesk Text Pro</vt:lpstr>
      <vt:lpstr>PunchcardVTI</vt:lpstr>
      <vt:lpstr>Fido2_Demo 架構介紹 </vt:lpstr>
      <vt:lpstr>Demo 架構簡述</vt:lpstr>
      <vt:lpstr>網頁驗證流程 – 註冊 /register</vt:lpstr>
      <vt:lpstr>網頁驗證流程 – 註冊 /register</vt:lpstr>
      <vt:lpstr>網頁驗證流程 – 註冊 /register</vt:lpstr>
      <vt:lpstr>網頁驗證流程 – 註冊</vt:lpstr>
      <vt:lpstr>網頁驗證流程 – 註冊/store-credential</vt:lpstr>
      <vt:lpstr>網頁驗證流程 – 註冊/store-credential</vt:lpstr>
      <vt:lpstr>網頁驗證流程 – 登入/verify-register</vt:lpstr>
      <vt:lpstr>網頁驗證流程 – 登入/verify-register</vt:lpstr>
      <vt:lpstr>網頁驗證流程 – 登入/verify-register</vt:lpstr>
      <vt:lpstr>網頁驗證流程 – 登入/verify-credential</vt:lpstr>
      <vt:lpstr>網頁驗證流程 – 登入/verify-credential</vt:lpstr>
      <vt:lpstr>網頁驗證流程 – 登入/verify-credential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吳宗憲</dc:creator>
  <cp:lastModifiedBy>吳宗憲</cp:lastModifiedBy>
  <cp:revision>6</cp:revision>
  <dcterms:created xsi:type="dcterms:W3CDTF">2025-02-17T17:51:12Z</dcterms:created>
  <dcterms:modified xsi:type="dcterms:W3CDTF">2025-02-18T06:47:38Z</dcterms:modified>
</cp:coreProperties>
</file>